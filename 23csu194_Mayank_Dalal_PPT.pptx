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6" r:id="rId5"/>
    <p:sldId id="269" r:id="rId6"/>
    <p:sldId id="270" r:id="rId7"/>
    <p:sldId id="271" r:id="rId8"/>
    <p:sldId id="272" r:id="rId9"/>
    <p:sldId id="273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1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#1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#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#4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#6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#7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#9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C68618-73D1-447E-8E18-1EF589CB829C}" type="doc">
      <dgm:prSet loTypeId="urn:microsoft.com/office/officeart/2008/layout/LinedList" loCatId="list" qsTypeId="urn:microsoft.com/office/officeart/2005/8/quickstyle/simple1#33" qsCatId="simple" csTypeId="urn:microsoft.com/office/officeart/2005/8/colors/colorful1#2" csCatId="colorful"/>
      <dgm:spPr/>
      <dgm:t>
        <a:bodyPr/>
        <a:lstStyle/>
        <a:p>
          <a:endParaRPr lang="en-US"/>
        </a:p>
      </dgm:t>
    </dgm:pt>
    <dgm:pt modelId="{E6A17299-8D35-45D5-8496-DA969C21FD47}">
      <dgm:prSet/>
      <dgm:spPr/>
      <dgm:t>
        <a:bodyPr/>
        <a:lstStyle/>
        <a:p>
          <a:r>
            <a:rPr lang="en-IN" b="1"/>
            <a:t>Key Features</a:t>
          </a:r>
          <a:endParaRPr lang="en-US"/>
        </a:p>
      </dgm:t>
    </dgm:pt>
    <dgm:pt modelId="{1A27901D-E60B-4193-8BC9-BEBE77B15DA2}" type="parTrans" cxnId="{184BD59F-7FE1-42F2-A65E-0D0D1E252AF6}">
      <dgm:prSet/>
      <dgm:spPr/>
      <dgm:t>
        <a:bodyPr/>
        <a:lstStyle/>
        <a:p>
          <a:endParaRPr lang="en-US"/>
        </a:p>
      </dgm:t>
    </dgm:pt>
    <dgm:pt modelId="{D794C8E0-A041-48DC-8FDB-8554C003B635}" type="sibTrans" cxnId="{184BD59F-7FE1-42F2-A65E-0D0D1E252AF6}">
      <dgm:prSet/>
      <dgm:spPr/>
      <dgm:t>
        <a:bodyPr/>
        <a:lstStyle/>
        <a:p>
          <a:endParaRPr lang="en-US"/>
        </a:p>
      </dgm:t>
    </dgm:pt>
    <dgm:pt modelId="{E79C3E3C-AD7C-4D49-A600-24AAF71B9E6C}">
      <dgm:prSet/>
      <dgm:spPr/>
      <dgm:t>
        <a:bodyPr/>
        <a:lstStyle/>
        <a:p>
          <a:r>
            <a:rPr lang="en-IN"/>
            <a:t>Natural-language IT request understanding and issue classification</a:t>
          </a:r>
          <a:endParaRPr lang="en-US"/>
        </a:p>
      </dgm:t>
    </dgm:pt>
    <dgm:pt modelId="{7DC4BC7C-C5E4-4F16-BCFE-30EFC48301EF}" type="parTrans" cxnId="{BC516911-9CD1-457E-A42C-AD3D91C8F2C2}">
      <dgm:prSet/>
      <dgm:spPr/>
      <dgm:t>
        <a:bodyPr/>
        <a:lstStyle/>
        <a:p>
          <a:endParaRPr lang="en-US"/>
        </a:p>
      </dgm:t>
    </dgm:pt>
    <dgm:pt modelId="{EA1446E6-8E03-412C-BCCE-B665F0A47A17}" type="sibTrans" cxnId="{BC516911-9CD1-457E-A42C-AD3D91C8F2C2}">
      <dgm:prSet/>
      <dgm:spPr/>
      <dgm:t>
        <a:bodyPr/>
        <a:lstStyle/>
        <a:p>
          <a:endParaRPr lang="en-US"/>
        </a:p>
      </dgm:t>
    </dgm:pt>
    <dgm:pt modelId="{DA9488C8-6DC5-4EE3-882B-FDB53DC61338}">
      <dgm:prSet/>
      <dgm:spPr/>
      <dgm:t>
        <a:bodyPr/>
        <a:lstStyle/>
        <a:p>
          <a:r>
            <a:rPr lang="en-IN"/>
            <a:t>Knowledge-base search and applicable policy checking</a:t>
          </a:r>
          <a:endParaRPr lang="en-US"/>
        </a:p>
      </dgm:t>
    </dgm:pt>
    <dgm:pt modelId="{B60FBA42-F07C-4A82-B23B-5931A1B6A46E}" type="parTrans" cxnId="{44683E77-4837-4D15-8BB4-537B3DD7E70C}">
      <dgm:prSet/>
      <dgm:spPr/>
      <dgm:t>
        <a:bodyPr/>
        <a:lstStyle/>
        <a:p>
          <a:endParaRPr lang="en-US"/>
        </a:p>
      </dgm:t>
    </dgm:pt>
    <dgm:pt modelId="{B6BEC922-AF66-44AB-A2C5-3D7438089722}" type="sibTrans" cxnId="{44683E77-4837-4D15-8BB4-537B3DD7E70C}">
      <dgm:prSet/>
      <dgm:spPr/>
      <dgm:t>
        <a:bodyPr/>
        <a:lstStyle/>
        <a:p>
          <a:endParaRPr lang="en-US"/>
        </a:p>
      </dgm:t>
    </dgm:pt>
    <dgm:pt modelId="{8E133BC0-7BA3-4BD7-841C-DFD9BBB3C853}">
      <dgm:prSet/>
      <dgm:spPr/>
      <dgm:t>
        <a:bodyPr/>
        <a:lstStyle/>
        <a:p>
          <a:r>
            <a:rPr lang="en-IN"/>
            <a:t>Follow-up questions, priority and confidence assessment</a:t>
          </a:r>
          <a:endParaRPr lang="en-US"/>
        </a:p>
      </dgm:t>
    </dgm:pt>
    <dgm:pt modelId="{69CCC863-EFCC-4C3C-8EA3-031B5FEE6CC9}" type="parTrans" cxnId="{9297A38D-A49F-4506-91EA-274E08DFD555}">
      <dgm:prSet/>
      <dgm:spPr/>
      <dgm:t>
        <a:bodyPr/>
        <a:lstStyle/>
        <a:p>
          <a:endParaRPr lang="en-US"/>
        </a:p>
      </dgm:t>
    </dgm:pt>
    <dgm:pt modelId="{3774C71A-3930-4494-8436-B70711EFD2D8}" type="sibTrans" cxnId="{9297A38D-A49F-4506-91EA-274E08DFD555}">
      <dgm:prSet/>
      <dgm:spPr/>
      <dgm:t>
        <a:bodyPr/>
        <a:lstStyle/>
        <a:p>
          <a:endParaRPr lang="en-US"/>
        </a:p>
      </dgm:t>
    </dgm:pt>
    <dgm:pt modelId="{738C4872-69F4-4B2F-8F73-12193F162208}">
      <dgm:prSet/>
      <dgm:spPr/>
      <dgm:t>
        <a:bodyPr/>
        <a:lstStyle/>
        <a:p>
          <a:r>
            <a:rPr lang="en-IN"/>
            <a:t>Resolution, escalation, ticket creation and audit tracking</a:t>
          </a:r>
          <a:endParaRPr lang="en-US"/>
        </a:p>
      </dgm:t>
    </dgm:pt>
    <dgm:pt modelId="{B033AE7C-6E39-4EE8-B4AB-27088DB66CD5}" type="parTrans" cxnId="{93EFF5C4-D8D3-4A12-97A7-61FBCD80D250}">
      <dgm:prSet/>
      <dgm:spPr/>
      <dgm:t>
        <a:bodyPr/>
        <a:lstStyle/>
        <a:p>
          <a:endParaRPr lang="en-US"/>
        </a:p>
      </dgm:t>
    </dgm:pt>
    <dgm:pt modelId="{0FF59B46-7214-413D-99F7-317B8888E3A1}" type="sibTrans" cxnId="{93EFF5C4-D8D3-4A12-97A7-61FBCD80D250}">
      <dgm:prSet/>
      <dgm:spPr/>
      <dgm:t>
        <a:bodyPr/>
        <a:lstStyle/>
        <a:p>
          <a:endParaRPr lang="en-US"/>
        </a:p>
      </dgm:t>
    </dgm:pt>
    <dgm:pt modelId="{D7FF0C78-D901-4065-939B-8CC9F554BA52}" type="pres">
      <dgm:prSet presAssocID="{2DC68618-73D1-447E-8E18-1EF589CB829C}" presName="vert0" presStyleCnt="0">
        <dgm:presLayoutVars>
          <dgm:dir/>
          <dgm:animOne val="branch"/>
          <dgm:animLvl val="lvl"/>
        </dgm:presLayoutVars>
      </dgm:prSet>
      <dgm:spPr/>
    </dgm:pt>
    <dgm:pt modelId="{DF572536-C44F-4158-B693-84F1232D8A62}" type="pres">
      <dgm:prSet presAssocID="{E6A17299-8D35-45D5-8496-DA969C21FD47}" presName="thickLine" presStyleLbl="alignNode1" presStyleIdx="0" presStyleCnt="5"/>
      <dgm:spPr/>
    </dgm:pt>
    <dgm:pt modelId="{98C0C285-778E-4EF2-B6D2-A7892CF2D3A5}" type="pres">
      <dgm:prSet presAssocID="{E6A17299-8D35-45D5-8496-DA969C21FD47}" presName="horz1" presStyleCnt="0"/>
      <dgm:spPr/>
    </dgm:pt>
    <dgm:pt modelId="{37B93A55-9211-4B97-A328-E265E3FEB853}" type="pres">
      <dgm:prSet presAssocID="{E6A17299-8D35-45D5-8496-DA969C21FD47}" presName="tx1" presStyleLbl="revTx" presStyleIdx="0" presStyleCnt="5"/>
      <dgm:spPr/>
    </dgm:pt>
    <dgm:pt modelId="{0ACFE05A-7268-4580-995D-56061012EDB5}" type="pres">
      <dgm:prSet presAssocID="{E6A17299-8D35-45D5-8496-DA969C21FD47}" presName="vert1" presStyleCnt="0"/>
      <dgm:spPr/>
    </dgm:pt>
    <dgm:pt modelId="{39ED44CA-8440-416D-9530-BEE410322919}" type="pres">
      <dgm:prSet presAssocID="{E79C3E3C-AD7C-4D49-A600-24AAF71B9E6C}" presName="thickLine" presStyleLbl="alignNode1" presStyleIdx="1" presStyleCnt="5"/>
      <dgm:spPr/>
    </dgm:pt>
    <dgm:pt modelId="{989DAB0F-B726-4EA4-908D-0252ABF90CD5}" type="pres">
      <dgm:prSet presAssocID="{E79C3E3C-AD7C-4D49-A600-24AAF71B9E6C}" presName="horz1" presStyleCnt="0"/>
      <dgm:spPr/>
    </dgm:pt>
    <dgm:pt modelId="{7A4C6E9D-99E0-44BD-9C18-443E25D208A4}" type="pres">
      <dgm:prSet presAssocID="{E79C3E3C-AD7C-4D49-A600-24AAF71B9E6C}" presName="tx1" presStyleLbl="revTx" presStyleIdx="1" presStyleCnt="5"/>
      <dgm:spPr/>
    </dgm:pt>
    <dgm:pt modelId="{B1F41FAB-8338-498A-B876-F1356884A725}" type="pres">
      <dgm:prSet presAssocID="{E79C3E3C-AD7C-4D49-A600-24AAF71B9E6C}" presName="vert1" presStyleCnt="0"/>
      <dgm:spPr/>
    </dgm:pt>
    <dgm:pt modelId="{DDDB22AD-C0EE-45F3-BD21-2CCB83F6D31B}" type="pres">
      <dgm:prSet presAssocID="{DA9488C8-6DC5-4EE3-882B-FDB53DC61338}" presName="thickLine" presStyleLbl="alignNode1" presStyleIdx="2" presStyleCnt="5"/>
      <dgm:spPr/>
    </dgm:pt>
    <dgm:pt modelId="{A28A3D3D-7D67-48E6-AB77-9CF900555972}" type="pres">
      <dgm:prSet presAssocID="{DA9488C8-6DC5-4EE3-882B-FDB53DC61338}" presName="horz1" presStyleCnt="0"/>
      <dgm:spPr/>
    </dgm:pt>
    <dgm:pt modelId="{011B41ED-6256-4343-9BE9-CB0C08454EDF}" type="pres">
      <dgm:prSet presAssocID="{DA9488C8-6DC5-4EE3-882B-FDB53DC61338}" presName="tx1" presStyleLbl="revTx" presStyleIdx="2" presStyleCnt="5"/>
      <dgm:spPr/>
    </dgm:pt>
    <dgm:pt modelId="{E2A175F2-1B61-462F-8AB7-BD8EF09358CD}" type="pres">
      <dgm:prSet presAssocID="{DA9488C8-6DC5-4EE3-882B-FDB53DC61338}" presName="vert1" presStyleCnt="0"/>
      <dgm:spPr/>
    </dgm:pt>
    <dgm:pt modelId="{EE6E0949-2F81-4465-85B4-1421579371C4}" type="pres">
      <dgm:prSet presAssocID="{8E133BC0-7BA3-4BD7-841C-DFD9BBB3C853}" presName="thickLine" presStyleLbl="alignNode1" presStyleIdx="3" presStyleCnt="5"/>
      <dgm:spPr/>
    </dgm:pt>
    <dgm:pt modelId="{99566C63-3B1B-4E34-89FE-A8CF3C740DCA}" type="pres">
      <dgm:prSet presAssocID="{8E133BC0-7BA3-4BD7-841C-DFD9BBB3C853}" presName="horz1" presStyleCnt="0"/>
      <dgm:spPr/>
    </dgm:pt>
    <dgm:pt modelId="{A4DD13D9-4D24-43E1-BB1A-D535620A52ED}" type="pres">
      <dgm:prSet presAssocID="{8E133BC0-7BA3-4BD7-841C-DFD9BBB3C853}" presName="tx1" presStyleLbl="revTx" presStyleIdx="3" presStyleCnt="5"/>
      <dgm:spPr/>
    </dgm:pt>
    <dgm:pt modelId="{650C8EF1-9B88-4231-BC24-372F4B2B61B5}" type="pres">
      <dgm:prSet presAssocID="{8E133BC0-7BA3-4BD7-841C-DFD9BBB3C853}" presName="vert1" presStyleCnt="0"/>
      <dgm:spPr/>
    </dgm:pt>
    <dgm:pt modelId="{7A8F3A3E-29D7-47EE-A38A-AA17E3A6ACFB}" type="pres">
      <dgm:prSet presAssocID="{738C4872-69F4-4B2F-8F73-12193F162208}" presName="thickLine" presStyleLbl="alignNode1" presStyleIdx="4" presStyleCnt="5"/>
      <dgm:spPr/>
    </dgm:pt>
    <dgm:pt modelId="{DCD32146-A492-4642-AD51-2B02B466AC87}" type="pres">
      <dgm:prSet presAssocID="{738C4872-69F4-4B2F-8F73-12193F162208}" presName="horz1" presStyleCnt="0"/>
      <dgm:spPr/>
    </dgm:pt>
    <dgm:pt modelId="{EA71FE9D-B951-4FE0-AF59-E4BFDA6DF662}" type="pres">
      <dgm:prSet presAssocID="{738C4872-69F4-4B2F-8F73-12193F162208}" presName="tx1" presStyleLbl="revTx" presStyleIdx="4" presStyleCnt="5"/>
      <dgm:spPr/>
    </dgm:pt>
    <dgm:pt modelId="{49A750F6-9340-4475-AE41-1BD86B4CDD30}" type="pres">
      <dgm:prSet presAssocID="{738C4872-69F4-4B2F-8F73-12193F162208}" presName="vert1" presStyleCnt="0"/>
      <dgm:spPr/>
    </dgm:pt>
  </dgm:ptLst>
  <dgm:cxnLst>
    <dgm:cxn modelId="{BC516911-9CD1-457E-A42C-AD3D91C8F2C2}" srcId="{2DC68618-73D1-447E-8E18-1EF589CB829C}" destId="{E79C3E3C-AD7C-4D49-A600-24AAF71B9E6C}" srcOrd="1" destOrd="0" parTransId="{7DC4BC7C-C5E4-4F16-BCFE-30EFC48301EF}" sibTransId="{EA1446E6-8E03-412C-BCCE-B665F0A47A17}"/>
    <dgm:cxn modelId="{51850F17-6080-42DC-804E-684024604F05}" type="presOf" srcId="{8E133BC0-7BA3-4BD7-841C-DFD9BBB3C853}" destId="{A4DD13D9-4D24-43E1-BB1A-D535620A52ED}" srcOrd="0" destOrd="0" presId="urn:microsoft.com/office/officeart/2008/layout/LinedList"/>
    <dgm:cxn modelId="{9B5D8C53-3B7D-439E-8EAF-2E02F2F26F4B}" type="presOf" srcId="{E79C3E3C-AD7C-4D49-A600-24AAF71B9E6C}" destId="{7A4C6E9D-99E0-44BD-9C18-443E25D208A4}" srcOrd="0" destOrd="0" presId="urn:microsoft.com/office/officeart/2008/layout/LinedList"/>
    <dgm:cxn modelId="{44683E77-4837-4D15-8BB4-537B3DD7E70C}" srcId="{2DC68618-73D1-447E-8E18-1EF589CB829C}" destId="{DA9488C8-6DC5-4EE3-882B-FDB53DC61338}" srcOrd="2" destOrd="0" parTransId="{B60FBA42-F07C-4A82-B23B-5931A1B6A46E}" sibTransId="{B6BEC922-AF66-44AB-A2C5-3D7438089722}"/>
    <dgm:cxn modelId="{99194B8D-68A1-4A75-BE6A-21537DB7E758}" type="presOf" srcId="{E6A17299-8D35-45D5-8496-DA969C21FD47}" destId="{37B93A55-9211-4B97-A328-E265E3FEB853}" srcOrd="0" destOrd="0" presId="urn:microsoft.com/office/officeart/2008/layout/LinedList"/>
    <dgm:cxn modelId="{9297A38D-A49F-4506-91EA-274E08DFD555}" srcId="{2DC68618-73D1-447E-8E18-1EF589CB829C}" destId="{8E133BC0-7BA3-4BD7-841C-DFD9BBB3C853}" srcOrd="3" destOrd="0" parTransId="{69CCC863-EFCC-4C3C-8EA3-031B5FEE6CC9}" sibTransId="{3774C71A-3930-4494-8436-B70711EFD2D8}"/>
    <dgm:cxn modelId="{C3190294-FB5C-4160-A7D7-C2194AD5D926}" type="presOf" srcId="{DA9488C8-6DC5-4EE3-882B-FDB53DC61338}" destId="{011B41ED-6256-4343-9BE9-CB0C08454EDF}" srcOrd="0" destOrd="0" presId="urn:microsoft.com/office/officeart/2008/layout/LinedList"/>
    <dgm:cxn modelId="{184BD59F-7FE1-42F2-A65E-0D0D1E252AF6}" srcId="{2DC68618-73D1-447E-8E18-1EF589CB829C}" destId="{E6A17299-8D35-45D5-8496-DA969C21FD47}" srcOrd="0" destOrd="0" parTransId="{1A27901D-E60B-4193-8BC9-BEBE77B15DA2}" sibTransId="{D794C8E0-A041-48DC-8FDB-8554C003B635}"/>
    <dgm:cxn modelId="{93EFF5C4-D8D3-4A12-97A7-61FBCD80D250}" srcId="{2DC68618-73D1-447E-8E18-1EF589CB829C}" destId="{738C4872-69F4-4B2F-8F73-12193F162208}" srcOrd="4" destOrd="0" parTransId="{B033AE7C-6E39-4EE8-B4AB-27088DB66CD5}" sibTransId="{0FF59B46-7214-413D-99F7-317B8888E3A1}"/>
    <dgm:cxn modelId="{97A3FBCB-7926-40AC-A3B8-2EF3E85077B2}" type="presOf" srcId="{2DC68618-73D1-447E-8E18-1EF589CB829C}" destId="{D7FF0C78-D901-4065-939B-8CC9F554BA52}" srcOrd="0" destOrd="0" presId="urn:microsoft.com/office/officeart/2008/layout/LinedList"/>
    <dgm:cxn modelId="{2166BBE5-9109-4A1A-9456-C243DFF4FA86}" type="presOf" srcId="{738C4872-69F4-4B2F-8F73-12193F162208}" destId="{EA71FE9D-B951-4FE0-AF59-E4BFDA6DF662}" srcOrd="0" destOrd="0" presId="urn:microsoft.com/office/officeart/2008/layout/LinedList"/>
    <dgm:cxn modelId="{FC32E1EC-A66F-41FC-8C2D-AA82495A284C}" type="presParOf" srcId="{D7FF0C78-D901-4065-939B-8CC9F554BA52}" destId="{DF572536-C44F-4158-B693-84F1232D8A62}" srcOrd="0" destOrd="0" presId="urn:microsoft.com/office/officeart/2008/layout/LinedList"/>
    <dgm:cxn modelId="{FE2B896A-594F-42DE-8003-6CA52AE5C9FF}" type="presParOf" srcId="{D7FF0C78-D901-4065-939B-8CC9F554BA52}" destId="{98C0C285-778E-4EF2-B6D2-A7892CF2D3A5}" srcOrd="1" destOrd="0" presId="urn:microsoft.com/office/officeart/2008/layout/LinedList"/>
    <dgm:cxn modelId="{257A9D5E-E813-4EEC-B9D9-EBE349B99E7C}" type="presParOf" srcId="{98C0C285-778E-4EF2-B6D2-A7892CF2D3A5}" destId="{37B93A55-9211-4B97-A328-E265E3FEB853}" srcOrd="0" destOrd="0" presId="urn:microsoft.com/office/officeart/2008/layout/LinedList"/>
    <dgm:cxn modelId="{773D6A05-EC03-4D10-ACC0-7E9F84207D50}" type="presParOf" srcId="{98C0C285-778E-4EF2-B6D2-A7892CF2D3A5}" destId="{0ACFE05A-7268-4580-995D-56061012EDB5}" srcOrd="1" destOrd="0" presId="urn:microsoft.com/office/officeart/2008/layout/LinedList"/>
    <dgm:cxn modelId="{E3FDB5A8-6DC4-4408-B1B5-B2B67A17DC79}" type="presParOf" srcId="{D7FF0C78-D901-4065-939B-8CC9F554BA52}" destId="{39ED44CA-8440-416D-9530-BEE410322919}" srcOrd="2" destOrd="0" presId="urn:microsoft.com/office/officeart/2008/layout/LinedList"/>
    <dgm:cxn modelId="{4B85230C-61BB-4AB2-83C2-71E74E90B13D}" type="presParOf" srcId="{D7FF0C78-D901-4065-939B-8CC9F554BA52}" destId="{989DAB0F-B726-4EA4-908D-0252ABF90CD5}" srcOrd="3" destOrd="0" presId="urn:microsoft.com/office/officeart/2008/layout/LinedList"/>
    <dgm:cxn modelId="{E60F42BE-4B2A-4785-A547-519E78FD5E57}" type="presParOf" srcId="{989DAB0F-B726-4EA4-908D-0252ABF90CD5}" destId="{7A4C6E9D-99E0-44BD-9C18-443E25D208A4}" srcOrd="0" destOrd="0" presId="urn:microsoft.com/office/officeart/2008/layout/LinedList"/>
    <dgm:cxn modelId="{940D66DB-8B73-4990-86F1-29C40E36A89C}" type="presParOf" srcId="{989DAB0F-B726-4EA4-908D-0252ABF90CD5}" destId="{B1F41FAB-8338-498A-B876-F1356884A725}" srcOrd="1" destOrd="0" presId="urn:microsoft.com/office/officeart/2008/layout/LinedList"/>
    <dgm:cxn modelId="{9A7424B1-1B44-48B5-A5FA-35AAA7411B52}" type="presParOf" srcId="{D7FF0C78-D901-4065-939B-8CC9F554BA52}" destId="{DDDB22AD-C0EE-45F3-BD21-2CCB83F6D31B}" srcOrd="4" destOrd="0" presId="urn:microsoft.com/office/officeart/2008/layout/LinedList"/>
    <dgm:cxn modelId="{7E1D5CB9-EB88-49E8-A747-0D6A74DAB548}" type="presParOf" srcId="{D7FF0C78-D901-4065-939B-8CC9F554BA52}" destId="{A28A3D3D-7D67-48E6-AB77-9CF900555972}" srcOrd="5" destOrd="0" presId="urn:microsoft.com/office/officeart/2008/layout/LinedList"/>
    <dgm:cxn modelId="{8E12DD53-F014-4530-9E00-8559D72A4325}" type="presParOf" srcId="{A28A3D3D-7D67-48E6-AB77-9CF900555972}" destId="{011B41ED-6256-4343-9BE9-CB0C08454EDF}" srcOrd="0" destOrd="0" presId="urn:microsoft.com/office/officeart/2008/layout/LinedList"/>
    <dgm:cxn modelId="{81D3AF96-C6C6-451C-B095-86930DC37C4F}" type="presParOf" srcId="{A28A3D3D-7D67-48E6-AB77-9CF900555972}" destId="{E2A175F2-1B61-462F-8AB7-BD8EF09358CD}" srcOrd="1" destOrd="0" presId="urn:microsoft.com/office/officeart/2008/layout/LinedList"/>
    <dgm:cxn modelId="{658C8C69-92C3-4901-8918-7C087FC0C4E6}" type="presParOf" srcId="{D7FF0C78-D901-4065-939B-8CC9F554BA52}" destId="{EE6E0949-2F81-4465-85B4-1421579371C4}" srcOrd="6" destOrd="0" presId="urn:microsoft.com/office/officeart/2008/layout/LinedList"/>
    <dgm:cxn modelId="{DD56974F-FC19-4039-818C-85424A2BB2CF}" type="presParOf" srcId="{D7FF0C78-D901-4065-939B-8CC9F554BA52}" destId="{99566C63-3B1B-4E34-89FE-A8CF3C740DCA}" srcOrd="7" destOrd="0" presId="urn:microsoft.com/office/officeart/2008/layout/LinedList"/>
    <dgm:cxn modelId="{37E6FEA3-1558-494C-B3AB-56CC7BF50139}" type="presParOf" srcId="{99566C63-3B1B-4E34-89FE-A8CF3C740DCA}" destId="{A4DD13D9-4D24-43E1-BB1A-D535620A52ED}" srcOrd="0" destOrd="0" presId="urn:microsoft.com/office/officeart/2008/layout/LinedList"/>
    <dgm:cxn modelId="{34BF539A-614D-46D6-82E9-4D8CBFC89AAC}" type="presParOf" srcId="{99566C63-3B1B-4E34-89FE-A8CF3C740DCA}" destId="{650C8EF1-9B88-4231-BC24-372F4B2B61B5}" srcOrd="1" destOrd="0" presId="urn:microsoft.com/office/officeart/2008/layout/LinedList"/>
    <dgm:cxn modelId="{D4A9F478-6779-4D2A-BCC6-B43577E5DCD2}" type="presParOf" srcId="{D7FF0C78-D901-4065-939B-8CC9F554BA52}" destId="{7A8F3A3E-29D7-47EE-A38A-AA17E3A6ACFB}" srcOrd="8" destOrd="0" presId="urn:microsoft.com/office/officeart/2008/layout/LinedList"/>
    <dgm:cxn modelId="{8C63FB11-C0D5-4B28-BD52-DFC7395C0247}" type="presParOf" srcId="{D7FF0C78-D901-4065-939B-8CC9F554BA52}" destId="{DCD32146-A492-4642-AD51-2B02B466AC87}" srcOrd="9" destOrd="0" presId="urn:microsoft.com/office/officeart/2008/layout/LinedList"/>
    <dgm:cxn modelId="{EE5335DA-CD41-47B5-A8FB-F8BD4442F28D}" type="presParOf" srcId="{DCD32146-A492-4642-AD51-2B02B466AC87}" destId="{EA71FE9D-B951-4FE0-AF59-E4BFDA6DF662}" srcOrd="0" destOrd="0" presId="urn:microsoft.com/office/officeart/2008/layout/LinedList"/>
    <dgm:cxn modelId="{7EA10F39-5D95-4CF7-AE6F-1C706EA9B9D5}" type="presParOf" srcId="{DCD32146-A492-4642-AD51-2B02B466AC87}" destId="{49A750F6-9340-4475-AE41-1BD86B4CDD3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64F499-DA47-4616-B6A1-3D77E3A3BEA1}" type="doc">
      <dgm:prSet loTypeId="urn:microsoft.com/office/officeart/2008/layout/LinedList" loCatId="list" qsTypeId="urn:microsoft.com/office/officeart/2005/8/quickstyle/simple1#93" qsCatId="simple" csTypeId="urn:microsoft.com/office/officeart/2005/8/colors/colorful2#11" csCatId="colorful"/>
      <dgm:spPr/>
      <dgm:t>
        <a:bodyPr/>
        <a:lstStyle/>
        <a:p>
          <a:endParaRPr lang="en-US"/>
        </a:p>
      </dgm:t>
    </dgm:pt>
    <dgm:pt modelId="{A465C2CF-7191-42F9-ACE0-93586A15BC92}">
      <dgm:prSet/>
      <dgm:spPr/>
      <dgm:t>
        <a:bodyPr/>
        <a:lstStyle/>
        <a:p>
          <a:r>
            <a:rPr lang="en-IN" b="1"/>
            <a:t>User Interface</a:t>
          </a:r>
          <a:endParaRPr lang="en-US"/>
        </a:p>
      </dgm:t>
    </dgm:pt>
    <dgm:pt modelId="{BA80E746-A1D2-400F-9DD0-2457271C1619}" type="parTrans" cxnId="{75853EDE-24B1-4E89-9656-33F7107923F7}">
      <dgm:prSet/>
      <dgm:spPr/>
      <dgm:t>
        <a:bodyPr/>
        <a:lstStyle/>
        <a:p>
          <a:endParaRPr lang="en-US"/>
        </a:p>
      </dgm:t>
    </dgm:pt>
    <dgm:pt modelId="{C1167196-198E-467F-AA78-887A004E3017}" type="sibTrans" cxnId="{75853EDE-24B1-4E89-9656-33F7107923F7}">
      <dgm:prSet/>
      <dgm:spPr/>
      <dgm:t>
        <a:bodyPr/>
        <a:lstStyle/>
        <a:p>
          <a:endParaRPr lang="en-US"/>
        </a:p>
      </dgm:t>
    </dgm:pt>
    <dgm:pt modelId="{CB0C9E5A-DE3B-4D61-A498-812349A8BF68}">
      <dgm:prSet/>
      <dgm:spPr/>
      <dgm:t>
        <a:bodyPr/>
        <a:lstStyle/>
        <a:p>
          <a:r>
            <a:rPr lang="en-IN"/>
            <a:t>HTML, CSS and JavaScript provide the interface for employees to submit IT requests and view results.</a:t>
          </a:r>
          <a:endParaRPr lang="en-US"/>
        </a:p>
      </dgm:t>
    </dgm:pt>
    <dgm:pt modelId="{E97999D9-BF35-48A4-A5EF-01866BCE11FD}" type="parTrans" cxnId="{682D8CD9-CB4A-431B-AC69-DABAD721E97A}">
      <dgm:prSet/>
      <dgm:spPr/>
      <dgm:t>
        <a:bodyPr/>
        <a:lstStyle/>
        <a:p>
          <a:endParaRPr lang="en-US"/>
        </a:p>
      </dgm:t>
    </dgm:pt>
    <dgm:pt modelId="{78A40624-097D-46C0-AA64-15D618C76FC3}" type="sibTrans" cxnId="{682D8CD9-CB4A-431B-AC69-DABAD721E97A}">
      <dgm:prSet/>
      <dgm:spPr/>
      <dgm:t>
        <a:bodyPr/>
        <a:lstStyle/>
        <a:p>
          <a:endParaRPr lang="en-US"/>
        </a:p>
      </dgm:t>
    </dgm:pt>
    <dgm:pt modelId="{5226D1EB-1F2A-476F-825F-C0382C9389B5}">
      <dgm:prSet/>
      <dgm:spPr/>
      <dgm:t>
        <a:bodyPr/>
        <a:lstStyle/>
        <a:p>
          <a:r>
            <a:rPr lang="en-IN" b="1"/>
            <a:t>Backend</a:t>
          </a:r>
          <a:endParaRPr lang="en-US"/>
        </a:p>
      </dgm:t>
    </dgm:pt>
    <dgm:pt modelId="{E2AC6851-6C2D-4866-AE89-D41D686D5DA7}" type="parTrans" cxnId="{E1729AC9-EAE1-4C04-A2DA-6C693385C79B}">
      <dgm:prSet/>
      <dgm:spPr/>
      <dgm:t>
        <a:bodyPr/>
        <a:lstStyle/>
        <a:p>
          <a:endParaRPr lang="en-US"/>
        </a:p>
      </dgm:t>
    </dgm:pt>
    <dgm:pt modelId="{D386AF0E-B902-467D-B97A-DAA9292B96EA}" type="sibTrans" cxnId="{E1729AC9-EAE1-4C04-A2DA-6C693385C79B}">
      <dgm:prSet/>
      <dgm:spPr/>
      <dgm:t>
        <a:bodyPr/>
        <a:lstStyle/>
        <a:p>
          <a:endParaRPr lang="en-US"/>
        </a:p>
      </dgm:t>
    </dgm:pt>
    <dgm:pt modelId="{2D136423-BD55-451F-A6C3-E646C371BB73}">
      <dgm:prSet/>
      <dgm:spPr/>
      <dgm:t>
        <a:bodyPr/>
        <a:lstStyle/>
        <a:p>
          <a:r>
            <a:rPr lang="en-IN"/>
            <a:t>Python Flask receives requests and coordinates the application's processing and services.</a:t>
          </a:r>
          <a:endParaRPr lang="en-US"/>
        </a:p>
      </dgm:t>
    </dgm:pt>
    <dgm:pt modelId="{9C1449F4-E023-4B36-ABD6-3066948CD92A}" type="parTrans" cxnId="{58CB46A8-E55D-4D58-B603-4D1F6523D470}">
      <dgm:prSet/>
      <dgm:spPr/>
      <dgm:t>
        <a:bodyPr/>
        <a:lstStyle/>
        <a:p>
          <a:endParaRPr lang="en-US"/>
        </a:p>
      </dgm:t>
    </dgm:pt>
    <dgm:pt modelId="{5EFAD586-A525-4FFF-985D-788498C1CDA4}" type="sibTrans" cxnId="{58CB46A8-E55D-4D58-B603-4D1F6523D470}">
      <dgm:prSet/>
      <dgm:spPr/>
      <dgm:t>
        <a:bodyPr/>
        <a:lstStyle/>
        <a:p>
          <a:endParaRPr lang="en-US"/>
        </a:p>
      </dgm:t>
    </dgm:pt>
    <dgm:pt modelId="{99975FC2-B293-4540-8717-31B08449E1D7}">
      <dgm:prSet/>
      <dgm:spPr/>
      <dgm:t>
        <a:bodyPr/>
        <a:lstStyle/>
        <a:p>
          <a:r>
            <a:rPr lang="en-IN" b="1"/>
            <a:t>AI &amp; Decision Layer</a:t>
          </a:r>
          <a:endParaRPr lang="en-US"/>
        </a:p>
      </dgm:t>
    </dgm:pt>
    <dgm:pt modelId="{A8BE2AE0-AF50-47F4-BCF6-DD43C775301B}" type="parTrans" cxnId="{1533AB56-2750-4F99-BD40-3CC237B21D24}">
      <dgm:prSet/>
      <dgm:spPr/>
      <dgm:t>
        <a:bodyPr/>
        <a:lstStyle/>
        <a:p>
          <a:endParaRPr lang="en-US"/>
        </a:p>
      </dgm:t>
    </dgm:pt>
    <dgm:pt modelId="{6F35C95F-81E7-4B1E-82A5-22F8D9F9E1A4}" type="sibTrans" cxnId="{1533AB56-2750-4F99-BD40-3CC237B21D24}">
      <dgm:prSet/>
      <dgm:spPr/>
      <dgm:t>
        <a:bodyPr/>
        <a:lstStyle/>
        <a:p>
          <a:endParaRPr lang="en-US"/>
        </a:p>
      </dgm:t>
    </dgm:pt>
    <dgm:pt modelId="{13B4E653-725E-4EEC-BC17-9943E3ECD99D}">
      <dgm:prSet/>
      <dgm:spPr/>
      <dgm:t>
        <a:bodyPr/>
        <a:lstStyle/>
        <a:p>
          <a:r>
            <a:rPr lang="en-IN"/>
            <a:t>Classifier, TF-IDF, cosine similarity, knowledge search and policy engine analyze requests and determine the appropriate action.</a:t>
          </a:r>
          <a:endParaRPr lang="en-US"/>
        </a:p>
      </dgm:t>
    </dgm:pt>
    <dgm:pt modelId="{3E1F18AA-6EE0-4080-BF4F-9C0987F0F4CA}" type="parTrans" cxnId="{EC054D2D-6693-4579-BA29-571D4696706E}">
      <dgm:prSet/>
      <dgm:spPr/>
      <dgm:t>
        <a:bodyPr/>
        <a:lstStyle/>
        <a:p>
          <a:endParaRPr lang="en-US"/>
        </a:p>
      </dgm:t>
    </dgm:pt>
    <dgm:pt modelId="{43541E28-FFF0-4AE6-80C5-1DD72F8999EF}" type="sibTrans" cxnId="{EC054D2D-6693-4579-BA29-571D4696706E}">
      <dgm:prSet/>
      <dgm:spPr/>
      <dgm:t>
        <a:bodyPr/>
        <a:lstStyle/>
        <a:p>
          <a:endParaRPr lang="en-US"/>
        </a:p>
      </dgm:t>
    </dgm:pt>
    <dgm:pt modelId="{D0278F3D-6430-498F-B43A-36288EB36019}">
      <dgm:prSet/>
      <dgm:spPr/>
      <dgm:t>
        <a:bodyPr/>
        <a:lstStyle/>
        <a:p>
          <a:r>
            <a:rPr lang="en-IN" b="1"/>
            <a:t>Data &amp; Output Layer</a:t>
          </a:r>
          <a:endParaRPr lang="en-US"/>
        </a:p>
      </dgm:t>
    </dgm:pt>
    <dgm:pt modelId="{C27B4B3E-C10B-42AD-9A6A-94E0E4C10567}" type="parTrans" cxnId="{134570F6-F37C-4C85-ABEF-6ED7CAECFA2E}">
      <dgm:prSet/>
      <dgm:spPr/>
      <dgm:t>
        <a:bodyPr/>
        <a:lstStyle/>
        <a:p>
          <a:endParaRPr lang="en-US"/>
        </a:p>
      </dgm:t>
    </dgm:pt>
    <dgm:pt modelId="{B8786F9D-9190-46AE-8AB6-FD7865D31C51}" type="sibTrans" cxnId="{134570F6-F37C-4C85-ABEF-6ED7CAECFA2E}">
      <dgm:prSet/>
      <dgm:spPr/>
      <dgm:t>
        <a:bodyPr/>
        <a:lstStyle/>
        <a:p>
          <a:endParaRPr lang="en-US"/>
        </a:p>
      </dgm:t>
    </dgm:pt>
    <dgm:pt modelId="{7AB878E8-844E-417C-92BC-5F6DA04BE313}">
      <dgm:prSet/>
      <dgm:spPr/>
      <dgm:t>
        <a:bodyPr/>
        <a:lstStyle/>
        <a:p>
          <a:r>
            <a:rPr lang="en-IN"/>
            <a:t>JSON files store knowledge, policies, requests, tickets and audit logs. The system provides resolution, clarification, escalation or approval decisions.</a:t>
          </a:r>
          <a:endParaRPr lang="en-US"/>
        </a:p>
      </dgm:t>
    </dgm:pt>
    <dgm:pt modelId="{3C1560A6-171E-4B55-A04B-DF356D2140CA}" type="parTrans" cxnId="{4DFE0585-2150-4D4E-9CF0-8BF44C3EC047}">
      <dgm:prSet/>
      <dgm:spPr/>
      <dgm:t>
        <a:bodyPr/>
        <a:lstStyle/>
        <a:p>
          <a:endParaRPr lang="en-US"/>
        </a:p>
      </dgm:t>
    </dgm:pt>
    <dgm:pt modelId="{28AB4346-FB1B-4962-8C96-32A62982696E}" type="sibTrans" cxnId="{4DFE0585-2150-4D4E-9CF0-8BF44C3EC047}">
      <dgm:prSet/>
      <dgm:spPr/>
      <dgm:t>
        <a:bodyPr/>
        <a:lstStyle/>
        <a:p>
          <a:endParaRPr lang="en-US"/>
        </a:p>
      </dgm:t>
    </dgm:pt>
    <dgm:pt modelId="{BBAC0FCD-3ED9-4510-8AF3-999370E83BBD}" type="pres">
      <dgm:prSet presAssocID="{CB64F499-DA47-4616-B6A1-3D77E3A3BEA1}" presName="vert0" presStyleCnt="0">
        <dgm:presLayoutVars>
          <dgm:dir/>
          <dgm:animOne val="branch"/>
          <dgm:animLvl val="lvl"/>
        </dgm:presLayoutVars>
      </dgm:prSet>
      <dgm:spPr/>
    </dgm:pt>
    <dgm:pt modelId="{1498DC6D-4AF8-4F8A-8071-18FA9C1FA339}" type="pres">
      <dgm:prSet presAssocID="{A465C2CF-7191-42F9-ACE0-93586A15BC92}" presName="thickLine" presStyleLbl="alignNode1" presStyleIdx="0" presStyleCnt="8"/>
      <dgm:spPr/>
    </dgm:pt>
    <dgm:pt modelId="{A466BA78-B34B-4B6B-B00C-0AEC4FF4BCA0}" type="pres">
      <dgm:prSet presAssocID="{A465C2CF-7191-42F9-ACE0-93586A15BC92}" presName="horz1" presStyleCnt="0"/>
      <dgm:spPr/>
    </dgm:pt>
    <dgm:pt modelId="{41EF9455-F1A4-4274-ADE5-0FFD052DD043}" type="pres">
      <dgm:prSet presAssocID="{A465C2CF-7191-42F9-ACE0-93586A15BC92}" presName="tx1" presStyleLbl="revTx" presStyleIdx="0" presStyleCnt="8"/>
      <dgm:spPr/>
    </dgm:pt>
    <dgm:pt modelId="{5F275554-6D3D-4969-BF8E-D5ED14081151}" type="pres">
      <dgm:prSet presAssocID="{A465C2CF-7191-42F9-ACE0-93586A15BC92}" presName="vert1" presStyleCnt="0"/>
      <dgm:spPr/>
    </dgm:pt>
    <dgm:pt modelId="{2CF07606-2756-4CFC-A2C0-9A33F38F6002}" type="pres">
      <dgm:prSet presAssocID="{CB0C9E5A-DE3B-4D61-A498-812349A8BF68}" presName="thickLine" presStyleLbl="alignNode1" presStyleIdx="1" presStyleCnt="8"/>
      <dgm:spPr/>
    </dgm:pt>
    <dgm:pt modelId="{59FA795A-97D4-4248-B4C3-2B7CE3A938F2}" type="pres">
      <dgm:prSet presAssocID="{CB0C9E5A-DE3B-4D61-A498-812349A8BF68}" presName="horz1" presStyleCnt="0"/>
      <dgm:spPr/>
    </dgm:pt>
    <dgm:pt modelId="{2D33A12E-C794-4D25-9003-6613630A730F}" type="pres">
      <dgm:prSet presAssocID="{CB0C9E5A-DE3B-4D61-A498-812349A8BF68}" presName="tx1" presStyleLbl="revTx" presStyleIdx="1" presStyleCnt="8"/>
      <dgm:spPr/>
    </dgm:pt>
    <dgm:pt modelId="{BA789B3C-603F-455C-BFCC-C9C5C30D18BC}" type="pres">
      <dgm:prSet presAssocID="{CB0C9E5A-DE3B-4D61-A498-812349A8BF68}" presName="vert1" presStyleCnt="0"/>
      <dgm:spPr/>
    </dgm:pt>
    <dgm:pt modelId="{B500B1D5-FAAF-4929-A0EA-EEF525FBC871}" type="pres">
      <dgm:prSet presAssocID="{5226D1EB-1F2A-476F-825F-C0382C9389B5}" presName="thickLine" presStyleLbl="alignNode1" presStyleIdx="2" presStyleCnt="8"/>
      <dgm:spPr/>
    </dgm:pt>
    <dgm:pt modelId="{758350A2-3492-4EB1-9EC7-BB1FDD434925}" type="pres">
      <dgm:prSet presAssocID="{5226D1EB-1F2A-476F-825F-C0382C9389B5}" presName="horz1" presStyleCnt="0"/>
      <dgm:spPr/>
    </dgm:pt>
    <dgm:pt modelId="{8FDA498D-BA8B-4FE0-9ED5-4E1E663AC270}" type="pres">
      <dgm:prSet presAssocID="{5226D1EB-1F2A-476F-825F-C0382C9389B5}" presName="tx1" presStyleLbl="revTx" presStyleIdx="2" presStyleCnt="8"/>
      <dgm:spPr/>
    </dgm:pt>
    <dgm:pt modelId="{344D058C-2CD0-4FD3-B35B-1105A3F7343C}" type="pres">
      <dgm:prSet presAssocID="{5226D1EB-1F2A-476F-825F-C0382C9389B5}" presName="vert1" presStyleCnt="0"/>
      <dgm:spPr/>
    </dgm:pt>
    <dgm:pt modelId="{FB2D6ADB-C0CA-4640-BDF4-98E773A04681}" type="pres">
      <dgm:prSet presAssocID="{2D136423-BD55-451F-A6C3-E646C371BB73}" presName="thickLine" presStyleLbl="alignNode1" presStyleIdx="3" presStyleCnt="8"/>
      <dgm:spPr/>
    </dgm:pt>
    <dgm:pt modelId="{870DF12F-DC85-457E-AEB6-AC4750F79836}" type="pres">
      <dgm:prSet presAssocID="{2D136423-BD55-451F-A6C3-E646C371BB73}" presName="horz1" presStyleCnt="0"/>
      <dgm:spPr/>
    </dgm:pt>
    <dgm:pt modelId="{22130741-AC18-44F3-9370-C6361A0ECD74}" type="pres">
      <dgm:prSet presAssocID="{2D136423-BD55-451F-A6C3-E646C371BB73}" presName="tx1" presStyleLbl="revTx" presStyleIdx="3" presStyleCnt="8"/>
      <dgm:spPr/>
    </dgm:pt>
    <dgm:pt modelId="{898B666C-C350-42C6-8D64-A18F81CF056F}" type="pres">
      <dgm:prSet presAssocID="{2D136423-BD55-451F-A6C3-E646C371BB73}" presName="vert1" presStyleCnt="0"/>
      <dgm:spPr/>
    </dgm:pt>
    <dgm:pt modelId="{9ED49CCD-E823-4A24-BC5B-E0945115745F}" type="pres">
      <dgm:prSet presAssocID="{99975FC2-B293-4540-8717-31B08449E1D7}" presName="thickLine" presStyleLbl="alignNode1" presStyleIdx="4" presStyleCnt="8"/>
      <dgm:spPr/>
    </dgm:pt>
    <dgm:pt modelId="{BDAEBCB5-90E5-4236-8F26-4906FC59743B}" type="pres">
      <dgm:prSet presAssocID="{99975FC2-B293-4540-8717-31B08449E1D7}" presName="horz1" presStyleCnt="0"/>
      <dgm:spPr/>
    </dgm:pt>
    <dgm:pt modelId="{1D1731F0-2A95-4C6C-BA9D-653770825FB4}" type="pres">
      <dgm:prSet presAssocID="{99975FC2-B293-4540-8717-31B08449E1D7}" presName="tx1" presStyleLbl="revTx" presStyleIdx="4" presStyleCnt="8"/>
      <dgm:spPr/>
    </dgm:pt>
    <dgm:pt modelId="{C700F694-BB7B-44D2-9163-260E566874ED}" type="pres">
      <dgm:prSet presAssocID="{99975FC2-B293-4540-8717-31B08449E1D7}" presName="vert1" presStyleCnt="0"/>
      <dgm:spPr/>
    </dgm:pt>
    <dgm:pt modelId="{AB537B08-B93E-49CA-9B6A-08C91183D9A9}" type="pres">
      <dgm:prSet presAssocID="{13B4E653-725E-4EEC-BC17-9943E3ECD99D}" presName="thickLine" presStyleLbl="alignNode1" presStyleIdx="5" presStyleCnt="8"/>
      <dgm:spPr/>
    </dgm:pt>
    <dgm:pt modelId="{C422DECF-E264-4EB0-ADC7-BD9028237AD3}" type="pres">
      <dgm:prSet presAssocID="{13B4E653-725E-4EEC-BC17-9943E3ECD99D}" presName="horz1" presStyleCnt="0"/>
      <dgm:spPr/>
    </dgm:pt>
    <dgm:pt modelId="{B6A3D376-B3D6-4197-8F78-6AA3B0371666}" type="pres">
      <dgm:prSet presAssocID="{13B4E653-725E-4EEC-BC17-9943E3ECD99D}" presName="tx1" presStyleLbl="revTx" presStyleIdx="5" presStyleCnt="8"/>
      <dgm:spPr/>
    </dgm:pt>
    <dgm:pt modelId="{456D0316-4787-47FA-8D40-3FF793769FA3}" type="pres">
      <dgm:prSet presAssocID="{13B4E653-725E-4EEC-BC17-9943E3ECD99D}" presName="vert1" presStyleCnt="0"/>
      <dgm:spPr/>
    </dgm:pt>
    <dgm:pt modelId="{DBC0B1AB-8CDD-453D-8128-3645F707404F}" type="pres">
      <dgm:prSet presAssocID="{D0278F3D-6430-498F-B43A-36288EB36019}" presName="thickLine" presStyleLbl="alignNode1" presStyleIdx="6" presStyleCnt="8"/>
      <dgm:spPr/>
    </dgm:pt>
    <dgm:pt modelId="{682EF6DA-5A06-4E99-BC93-E813DDDF389D}" type="pres">
      <dgm:prSet presAssocID="{D0278F3D-6430-498F-B43A-36288EB36019}" presName="horz1" presStyleCnt="0"/>
      <dgm:spPr/>
    </dgm:pt>
    <dgm:pt modelId="{4E3E3123-D0E3-4D1C-B447-2E058F2B07FC}" type="pres">
      <dgm:prSet presAssocID="{D0278F3D-6430-498F-B43A-36288EB36019}" presName="tx1" presStyleLbl="revTx" presStyleIdx="6" presStyleCnt="8"/>
      <dgm:spPr/>
    </dgm:pt>
    <dgm:pt modelId="{D6E935EA-B50F-4C0D-8FEC-9C4E0579792D}" type="pres">
      <dgm:prSet presAssocID="{D0278F3D-6430-498F-B43A-36288EB36019}" presName="vert1" presStyleCnt="0"/>
      <dgm:spPr/>
    </dgm:pt>
    <dgm:pt modelId="{F9A69286-09E7-47C2-8861-C73617BB65B3}" type="pres">
      <dgm:prSet presAssocID="{7AB878E8-844E-417C-92BC-5F6DA04BE313}" presName="thickLine" presStyleLbl="alignNode1" presStyleIdx="7" presStyleCnt="8"/>
      <dgm:spPr/>
    </dgm:pt>
    <dgm:pt modelId="{C2640C4A-9CBD-4FBE-B4EC-5A43F3E210D0}" type="pres">
      <dgm:prSet presAssocID="{7AB878E8-844E-417C-92BC-5F6DA04BE313}" presName="horz1" presStyleCnt="0"/>
      <dgm:spPr/>
    </dgm:pt>
    <dgm:pt modelId="{992CAFCF-5082-4106-BC2B-944745F9727E}" type="pres">
      <dgm:prSet presAssocID="{7AB878E8-844E-417C-92BC-5F6DA04BE313}" presName="tx1" presStyleLbl="revTx" presStyleIdx="7" presStyleCnt="8"/>
      <dgm:spPr/>
    </dgm:pt>
    <dgm:pt modelId="{D6E56748-B3E2-4A91-850F-6DF8052C62D2}" type="pres">
      <dgm:prSet presAssocID="{7AB878E8-844E-417C-92BC-5F6DA04BE313}" presName="vert1" presStyleCnt="0"/>
      <dgm:spPr/>
    </dgm:pt>
  </dgm:ptLst>
  <dgm:cxnLst>
    <dgm:cxn modelId="{00EA9001-7F18-43A9-93EF-243733DCC742}" type="presOf" srcId="{D0278F3D-6430-498F-B43A-36288EB36019}" destId="{4E3E3123-D0E3-4D1C-B447-2E058F2B07FC}" srcOrd="0" destOrd="0" presId="urn:microsoft.com/office/officeart/2008/layout/LinedList"/>
    <dgm:cxn modelId="{52FFE303-F3A4-4B23-A089-8917B7102BEB}" type="presOf" srcId="{5226D1EB-1F2A-476F-825F-C0382C9389B5}" destId="{8FDA498D-BA8B-4FE0-9ED5-4E1E663AC270}" srcOrd="0" destOrd="0" presId="urn:microsoft.com/office/officeart/2008/layout/LinedList"/>
    <dgm:cxn modelId="{213FFB17-62A3-402E-9283-3ABFE09C63F0}" type="presOf" srcId="{2D136423-BD55-451F-A6C3-E646C371BB73}" destId="{22130741-AC18-44F3-9370-C6361A0ECD74}" srcOrd="0" destOrd="0" presId="urn:microsoft.com/office/officeart/2008/layout/LinedList"/>
    <dgm:cxn modelId="{533AC41F-D3BF-40AE-B36B-A75B5EB69DCD}" type="presOf" srcId="{99975FC2-B293-4540-8717-31B08449E1D7}" destId="{1D1731F0-2A95-4C6C-BA9D-653770825FB4}" srcOrd="0" destOrd="0" presId="urn:microsoft.com/office/officeart/2008/layout/LinedList"/>
    <dgm:cxn modelId="{EC054D2D-6693-4579-BA29-571D4696706E}" srcId="{CB64F499-DA47-4616-B6A1-3D77E3A3BEA1}" destId="{13B4E653-725E-4EEC-BC17-9943E3ECD99D}" srcOrd="5" destOrd="0" parTransId="{3E1F18AA-6EE0-4080-BF4F-9C0987F0F4CA}" sibTransId="{43541E28-FFF0-4AE6-80C5-1DD72F8999EF}"/>
    <dgm:cxn modelId="{92B62338-2BF8-4089-8EC9-5C8B1D5E5945}" type="presOf" srcId="{CB0C9E5A-DE3B-4D61-A498-812349A8BF68}" destId="{2D33A12E-C794-4D25-9003-6613630A730F}" srcOrd="0" destOrd="0" presId="urn:microsoft.com/office/officeart/2008/layout/LinedList"/>
    <dgm:cxn modelId="{EA2C9A54-9112-474A-BA44-0DD419B9DAB1}" type="presOf" srcId="{A465C2CF-7191-42F9-ACE0-93586A15BC92}" destId="{41EF9455-F1A4-4274-ADE5-0FFD052DD043}" srcOrd="0" destOrd="0" presId="urn:microsoft.com/office/officeart/2008/layout/LinedList"/>
    <dgm:cxn modelId="{1533AB56-2750-4F99-BD40-3CC237B21D24}" srcId="{CB64F499-DA47-4616-B6A1-3D77E3A3BEA1}" destId="{99975FC2-B293-4540-8717-31B08449E1D7}" srcOrd="4" destOrd="0" parTransId="{A8BE2AE0-AF50-47F4-BCF6-DD43C775301B}" sibTransId="{6F35C95F-81E7-4B1E-82A5-22F8D9F9E1A4}"/>
    <dgm:cxn modelId="{4DFE0585-2150-4D4E-9CF0-8BF44C3EC047}" srcId="{CB64F499-DA47-4616-B6A1-3D77E3A3BEA1}" destId="{7AB878E8-844E-417C-92BC-5F6DA04BE313}" srcOrd="7" destOrd="0" parTransId="{3C1560A6-171E-4B55-A04B-DF356D2140CA}" sibTransId="{28AB4346-FB1B-4962-8C96-32A62982696E}"/>
    <dgm:cxn modelId="{58CB46A8-E55D-4D58-B603-4D1F6523D470}" srcId="{CB64F499-DA47-4616-B6A1-3D77E3A3BEA1}" destId="{2D136423-BD55-451F-A6C3-E646C371BB73}" srcOrd="3" destOrd="0" parTransId="{9C1449F4-E023-4B36-ABD6-3066948CD92A}" sibTransId="{5EFAD586-A525-4FFF-985D-788498C1CDA4}"/>
    <dgm:cxn modelId="{149503AE-4821-4C3D-95E2-07C59A241412}" type="presOf" srcId="{CB64F499-DA47-4616-B6A1-3D77E3A3BEA1}" destId="{BBAC0FCD-3ED9-4510-8AF3-999370E83BBD}" srcOrd="0" destOrd="0" presId="urn:microsoft.com/office/officeart/2008/layout/LinedList"/>
    <dgm:cxn modelId="{7F0EBAC4-C388-4A46-8AC3-5AEB76ADB013}" type="presOf" srcId="{13B4E653-725E-4EEC-BC17-9943E3ECD99D}" destId="{B6A3D376-B3D6-4197-8F78-6AA3B0371666}" srcOrd="0" destOrd="0" presId="urn:microsoft.com/office/officeart/2008/layout/LinedList"/>
    <dgm:cxn modelId="{E1729AC9-EAE1-4C04-A2DA-6C693385C79B}" srcId="{CB64F499-DA47-4616-B6A1-3D77E3A3BEA1}" destId="{5226D1EB-1F2A-476F-825F-C0382C9389B5}" srcOrd="2" destOrd="0" parTransId="{E2AC6851-6C2D-4866-AE89-D41D686D5DA7}" sibTransId="{D386AF0E-B902-467D-B97A-DAA9292B96EA}"/>
    <dgm:cxn modelId="{682D8CD9-CB4A-431B-AC69-DABAD721E97A}" srcId="{CB64F499-DA47-4616-B6A1-3D77E3A3BEA1}" destId="{CB0C9E5A-DE3B-4D61-A498-812349A8BF68}" srcOrd="1" destOrd="0" parTransId="{E97999D9-BF35-48A4-A5EF-01866BCE11FD}" sibTransId="{78A40624-097D-46C0-AA64-15D618C76FC3}"/>
    <dgm:cxn modelId="{75853EDE-24B1-4E89-9656-33F7107923F7}" srcId="{CB64F499-DA47-4616-B6A1-3D77E3A3BEA1}" destId="{A465C2CF-7191-42F9-ACE0-93586A15BC92}" srcOrd="0" destOrd="0" parTransId="{BA80E746-A1D2-400F-9DD0-2457271C1619}" sibTransId="{C1167196-198E-467F-AA78-887A004E3017}"/>
    <dgm:cxn modelId="{9034A6E7-F7DA-401F-AA1F-081A1F9B2142}" type="presOf" srcId="{7AB878E8-844E-417C-92BC-5F6DA04BE313}" destId="{992CAFCF-5082-4106-BC2B-944745F9727E}" srcOrd="0" destOrd="0" presId="urn:microsoft.com/office/officeart/2008/layout/LinedList"/>
    <dgm:cxn modelId="{134570F6-F37C-4C85-ABEF-6ED7CAECFA2E}" srcId="{CB64F499-DA47-4616-B6A1-3D77E3A3BEA1}" destId="{D0278F3D-6430-498F-B43A-36288EB36019}" srcOrd="6" destOrd="0" parTransId="{C27B4B3E-C10B-42AD-9A6A-94E0E4C10567}" sibTransId="{B8786F9D-9190-46AE-8AB6-FD7865D31C51}"/>
    <dgm:cxn modelId="{948B3049-9226-4FC9-91BD-4DFA0CF7A145}" type="presParOf" srcId="{BBAC0FCD-3ED9-4510-8AF3-999370E83BBD}" destId="{1498DC6D-4AF8-4F8A-8071-18FA9C1FA339}" srcOrd="0" destOrd="0" presId="urn:microsoft.com/office/officeart/2008/layout/LinedList"/>
    <dgm:cxn modelId="{ED78405E-D6AA-403A-A4C1-60063B2725AD}" type="presParOf" srcId="{BBAC0FCD-3ED9-4510-8AF3-999370E83BBD}" destId="{A466BA78-B34B-4B6B-B00C-0AEC4FF4BCA0}" srcOrd="1" destOrd="0" presId="urn:microsoft.com/office/officeart/2008/layout/LinedList"/>
    <dgm:cxn modelId="{206E6C74-B4CB-4BAC-AA6A-6904DD6BC9E0}" type="presParOf" srcId="{A466BA78-B34B-4B6B-B00C-0AEC4FF4BCA0}" destId="{41EF9455-F1A4-4274-ADE5-0FFD052DD043}" srcOrd="0" destOrd="0" presId="urn:microsoft.com/office/officeart/2008/layout/LinedList"/>
    <dgm:cxn modelId="{898F8415-1D21-46CD-9B5C-3CDE859F5997}" type="presParOf" srcId="{A466BA78-B34B-4B6B-B00C-0AEC4FF4BCA0}" destId="{5F275554-6D3D-4969-BF8E-D5ED14081151}" srcOrd="1" destOrd="0" presId="urn:microsoft.com/office/officeart/2008/layout/LinedList"/>
    <dgm:cxn modelId="{D1172A17-48A3-4AF5-B532-E927DA4082AF}" type="presParOf" srcId="{BBAC0FCD-3ED9-4510-8AF3-999370E83BBD}" destId="{2CF07606-2756-4CFC-A2C0-9A33F38F6002}" srcOrd="2" destOrd="0" presId="urn:microsoft.com/office/officeart/2008/layout/LinedList"/>
    <dgm:cxn modelId="{EB5EE527-B67B-41FE-BC08-1B9E2B42940C}" type="presParOf" srcId="{BBAC0FCD-3ED9-4510-8AF3-999370E83BBD}" destId="{59FA795A-97D4-4248-B4C3-2B7CE3A938F2}" srcOrd="3" destOrd="0" presId="urn:microsoft.com/office/officeart/2008/layout/LinedList"/>
    <dgm:cxn modelId="{ED98C47C-F51F-46BC-AC64-BEC26A7A434A}" type="presParOf" srcId="{59FA795A-97D4-4248-B4C3-2B7CE3A938F2}" destId="{2D33A12E-C794-4D25-9003-6613630A730F}" srcOrd="0" destOrd="0" presId="urn:microsoft.com/office/officeart/2008/layout/LinedList"/>
    <dgm:cxn modelId="{7D86DF63-A17C-4DAB-B6C7-746E19DE6B28}" type="presParOf" srcId="{59FA795A-97D4-4248-B4C3-2B7CE3A938F2}" destId="{BA789B3C-603F-455C-BFCC-C9C5C30D18BC}" srcOrd="1" destOrd="0" presId="urn:microsoft.com/office/officeart/2008/layout/LinedList"/>
    <dgm:cxn modelId="{38044ED1-7BC8-4B88-B605-98FF2F63D32F}" type="presParOf" srcId="{BBAC0FCD-3ED9-4510-8AF3-999370E83BBD}" destId="{B500B1D5-FAAF-4929-A0EA-EEF525FBC871}" srcOrd="4" destOrd="0" presId="urn:microsoft.com/office/officeart/2008/layout/LinedList"/>
    <dgm:cxn modelId="{F60F7CB1-3B39-4BD8-AC9D-3AADA32B06F7}" type="presParOf" srcId="{BBAC0FCD-3ED9-4510-8AF3-999370E83BBD}" destId="{758350A2-3492-4EB1-9EC7-BB1FDD434925}" srcOrd="5" destOrd="0" presId="urn:microsoft.com/office/officeart/2008/layout/LinedList"/>
    <dgm:cxn modelId="{AE4A2F11-A6C6-4D4E-9374-A198327FD453}" type="presParOf" srcId="{758350A2-3492-4EB1-9EC7-BB1FDD434925}" destId="{8FDA498D-BA8B-4FE0-9ED5-4E1E663AC270}" srcOrd="0" destOrd="0" presId="urn:microsoft.com/office/officeart/2008/layout/LinedList"/>
    <dgm:cxn modelId="{33B5460B-F4CB-49F3-910D-23C3E7E2ACC3}" type="presParOf" srcId="{758350A2-3492-4EB1-9EC7-BB1FDD434925}" destId="{344D058C-2CD0-4FD3-B35B-1105A3F7343C}" srcOrd="1" destOrd="0" presId="urn:microsoft.com/office/officeart/2008/layout/LinedList"/>
    <dgm:cxn modelId="{5FE1A2E5-8D49-41A6-93D3-E2499F0F4D18}" type="presParOf" srcId="{BBAC0FCD-3ED9-4510-8AF3-999370E83BBD}" destId="{FB2D6ADB-C0CA-4640-BDF4-98E773A04681}" srcOrd="6" destOrd="0" presId="urn:microsoft.com/office/officeart/2008/layout/LinedList"/>
    <dgm:cxn modelId="{3223DE8A-F63C-49E0-9719-783FCAC8EAD8}" type="presParOf" srcId="{BBAC0FCD-3ED9-4510-8AF3-999370E83BBD}" destId="{870DF12F-DC85-457E-AEB6-AC4750F79836}" srcOrd="7" destOrd="0" presId="urn:microsoft.com/office/officeart/2008/layout/LinedList"/>
    <dgm:cxn modelId="{A114890E-560E-4E92-AE6F-7A25F312C015}" type="presParOf" srcId="{870DF12F-DC85-457E-AEB6-AC4750F79836}" destId="{22130741-AC18-44F3-9370-C6361A0ECD74}" srcOrd="0" destOrd="0" presId="urn:microsoft.com/office/officeart/2008/layout/LinedList"/>
    <dgm:cxn modelId="{300A734F-8E76-4454-A021-DFE8E57820C2}" type="presParOf" srcId="{870DF12F-DC85-457E-AEB6-AC4750F79836}" destId="{898B666C-C350-42C6-8D64-A18F81CF056F}" srcOrd="1" destOrd="0" presId="urn:microsoft.com/office/officeart/2008/layout/LinedList"/>
    <dgm:cxn modelId="{28C89967-EF4B-4948-986E-EAA923A67915}" type="presParOf" srcId="{BBAC0FCD-3ED9-4510-8AF3-999370E83BBD}" destId="{9ED49CCD-E823-4A24-BC5B-E0945115745F}" srcOrd="8" destOrd="0" presId="urn:microsoft.com/office/officeart/2008/layout/LinedList"/>
    <dgm:cxn modelId="{D8D3C871-4B26-41C0-898F-B1C50E58A0F7}" type="presParOf" srcId="{BBAC0FCD-3ED9-4510-8AF3-999370E83BBD}" destId="{BDAEBCB5-90E5-4236-8F26-4906FC59743B}" srcOrd="9" destOrd="0" presId="urn:microsoft.com/office/officeart/2008/layout/LinedList"/>
    <dgm:cxn modelId="{0C067E4C-1AE4-41F4-8DB7-7C6F42426AE5}" type="presParOf" srcId="{BDAEBCB5-90E5-4236-8F26-4906FC59743B}" destId="{1D1731F0-2A95-4C6C-BA9D-653770825FB4}" srcOrd="0" destOrd="0" presId="urn:microsoft.com/office/officeart/2008/layout/LinedList"/>
    <dgm:cxn modelId="{05A7BD60-A97D-419E-BDD6-0375F57CF663}" type="presParOf" srcId="{BDAEBCB5-90E5-4236-8F26-4906FC59743B}" destId="{C700F694-BB7B-44D2-9163-260E566874ED}" srcOrd="1" destOrd="0" presId="urn:microsoft.com/office/officeart/2008/layout/LinedList"/>
    <dgm:cxn modelId="{4A04BD51-013A-406B-8752-F08FCA1CFDFF}" type="presParOf" srcId="{BBAC0FCD-3ED9-4510-8AF3-999370E83BBD}" destId="{AB537B08-B93E-49CA-9B6A-08C91183D9A9}" srcOrd="10" destOrd="0" presId="urn:microsoft.com/office/officeart/2008/layout/LinedList"/>
    <dgm:cxn modelId="{AC771963-C753-4A9C-89F0-7DD11C4EFFB9}" type="presParOf" srcId="{BBAC0FCD-3ED9-4510-8AF3-999370E83BBD}" destId="{C422DECF-E264-4EB0-ADC7-BD9028237AD3}" srcOrd="11" destOrd="0" presId="urn:microsoft.com/office/officeart/2008/layout/LinedList"/>
    <dgm:cxn modelId="{2488413C-EF77-4523-B1FA-78E807C30034}" type="presParOf" srcId="{C422DECF-E264-4EB0-ADC7-BD9028237AD3}" destId="{B6A3D376-B3D6-4197-8F78-6AA3B0371666}" srcOrd="0" destOrd="0" presId="urn:microsoft.com/office/officeart/2008/layout/LinedList"/>
    <dgm:cxn modelId="{2C9AF701-82A3-45D2-8865-7188AECC1FC9}" type="presParOf" srcId="{C422DECF-E264-4EB0-ADC7-BD9028237AD3}" destId="{456D0316-4787-47FA-8D40-3FF793769FA3}" srcOrd="1" destOrd="0" presId="urn:microsoft.com/office/officeart/2008/layout/LinedList"/>
    <dgm:cxn modelId="{843B5A56-EBC2-4409-B4D6-542C91F61C3F}" type="presParOf" srcId="{BBAC0FCD-3ED9-4510-8AF3-999370E83BBD}" destId="{DBC0B1AB-8CDD-453D-8128-3645F707404F}" srcOrd="12" destOrd="0" presId="urn:microsoft.com/office/officeart/2008/layout/LinedList"/>
    <dgm:cxn modelId="{B3DC517E-D785-4F63-B62F-D8C2FBB8BA4D}" type="presParOf" srcId="{BBAC0FCD-3ED9-4510-8AF3-999370E83BBD}" destId="{682EF6DA-5A06-4E99-BC93-E813DDDF389D}" srcOrd="13" destOrd="0" presId="urn:microsoft.com/office/officeart/2008/layout/LinedList"/>
    <dgm:cxn modelId="{B9BACDC7-8353-4DD2-BB15-4F30FC91ED1C}" type="presParOf" srcId="{682EF6DA-5A06-4E99-BC93-E813DDDF389D}" destId="{4E3E3123-D0E3-4D1C-B447-2E058F2B07FC}" srcOrd="0" destOrd="0" presId="urn:microsoft.com/office/officeart/2008/layout/LinedList"/>
    <dgm:cxn modelId="{41405F91-0FC9-4984-9426-A0BDBA820D23}" type="presParOf" srcId="{682EF6DA-5A06-4E99-BC93-E813DDDF389D}" destId="{D6E935EA-B50F-4C0D-8FEC-9C4E0579792D}" srcOrd="1" destOrd="0" presId="urn:microsoft.com/office/officeart/2008/layout/LinedList"/>
    <dgm:cxn modelId="{0A0C6694-E69B-4F78-AD06-C30A2121B3F3}" type="presParOf" srcId="{BBAC0FCD-3ED9-4510-8AF3-999370E83BBD}" destId="{F9A69286-09E7-47C2-8861-C73617BB65B3}" srcOrd="14" destOrd="0" presId="urn:microsoft.com/office/officeart/2008/layout/LinedList"/>
    <dgm:cxn modelId="{6D106390-0696-415A-9147-76DE807597CD}" type="presParOf" srcId="{BBAC0FCD-3ED9-4510-8AF3-999370E83BBD}" destId="{C2640C4A-9CBD-4FBE-B4EC-5A43F3E210D0}" srcOrd="15" destOrd="0" presId="urn:microsoft.com/office/officeart/2008/layout/LinedList"/>
    <dgm:cxn modelId="{032CA880-BD71-4FB4-874B-40EC7C6B25BB}" type="presParOf" srcId="{C2640C4A-9CBD-4FBE-B4EC-5A43F3E210D0}" destId="{992CAFCF-5082-4106-BC2B-944745F9727E}" srcOrd="0" destOrd="0" presId="urn:microsoft.com/office/officeart/2008/layout/LinedList"/>
    <dgm:cxn modelId="{13B4E75A-BB48-467C-9AA0-5B3FCEE0D765}" type="presParOf" srcId="{C2640C4A-9CBD-4FBE-B4EC-5A43F3E210D0}" destId="{D6E56748-B3E2-4A91-850F-6DF8052C62D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C8584A-9E1D-40F2-BF5F-9B12B08073F2}" type="doc">
      <dgm:prSet loTypeId="urn:microsoft.com/office/officeart/2008/layout/LinedList" loCatId="list" qsTypeId="urn:microsoft.com/office/officeart/2005/8/quickstyle/simple1#41" qsCatId="simple" csTypeId="urn:microsoft.com/office/officeart/2005/8/colors/accent4_2#1" csCatId="accent4"/>
      <dgm:spPr/>
      <dgm:t>
        <a:bodyPr/>
        <a:lstStyle/>
        <a:p>
          <a:endParaRPr lang="en-US"/>
        </a:p>
      </dgm:t>
    </dgm:pt>
    <dgm:pt modelId="{019AC95B-4604-4D26-B3DE-1A0061481E2C}">
      <dgm:prSet/>
      <dgm:spPr/>
      <dgm:t>
        <a:bodyPr/>
        <a:lstStyle/>
        <a:p>
          <a:r>
            <a:rPr lang="en-IN"/>
            <a:t>The employee submits an IT request through the web interface.</a:t>
          </a:r>
          <a:endParaRPr lang="en-US"/>
        </a:p>
      </dgm:t>
    </dgm:pt>
    <dgm:pt modelId="{C982D8D4-B2FB-432F-A2C2-8BEA0D8F08D2}" type="parTrans" cxnId="{2089F9D8-4A74-4E1A-83A9-CC5ED67EE205}">
      <dgm:prSet/>
      <dgm:spPr/>
      <dgm:t>
        <a:bodyPr/>
        <a:lstStyle/>
        <a:p>
          <a:endParaRPr lang="en-US"/>
        </a:p>
      </dgm:t>
    </dgm:pt>
    <dgm:pt modelId="{C4589CE7-124C-4B1A-A683-25C9937C72A6}" type="sibTrans" cxnId="{2089F9D8-4A74-4E1A-83A9-CC5ED67EE205}">
      <dgm:prSet/>
      <dgm:spPr/>
      <dgm:t>
        <a:bodyPr/>
        <a:lstStyle/>
        <a:p>
          <a:endParaRPr lang="en-US"/>
        </a:p>
      </dgm:t>
    </dgm:pt>
    <dgm:pt modelId="{0AB8E106-5E9B-4484-B4F2-2C08B72B2998}">
      <dgm:prSet/>
      <dgm:spPr/>
      <dgm:t>
        <a:bodyPr/>
        <a:lstStyle/>
        <a:p>
          <a:r>
            <a:rPr lang="en-IN"/>
            <a:t>The system analyzes the request, identifies the category, searches knowledge and checks policies.</a:t>
          </a:r>
          <a:endParaRPr lang="en-US"/>
        </a:p>
      </dgm:t>
    </dgm:pt>
    <dgm:pt modelId="{79D30EA8-834B-49B8-AB2A-2FE6B07781B1}" type="parTrans" cxnId="{7675942D-E124-429A-9856-EA2B0072E20A}">
      <dgm:prSet/>
      <dgm:spPr/>
      <dgm:t>
        <a:bodyPr/>
        <a:lstStyle/>
        <a:p>
          <a:endParaRPr lang="en-US"/>
        </a:p>
      </dgm:t>
    </dgm:pt>
    <dgm:pt modelId="{C2DF892D-F4D2-48E6-A882-84C713767DB3}" type="sibTrans" cxnId="{7675942D-E124-429A-9856-EA2B0072E20A}">
      <dgm:prSet/>
      <dgm:spPr/>
      <dgm:t>
        <a:bodyPr/>
        <a:lstStyle/>
        <a:p>
          <a:endParaRPr lang="en-US"/>
        </a:p>
      </dgm:t>
    </dgm:pt>
    <dgm:pt modelId="{5E362914-C81B-4AFF-9F5A-BC089F2595A9}">
      <dgm:prSet/>
      <dgm:spPr/>
      <dgm:t>
        <a:bodyPr/>
        <a:lstStyle/>
        <a:p>
          <a:r>
            <a:rPr lang="en-IN"/>
            <a:t>The decision engine determines whether to resolve, ask for clarification, escalate, or require approval.</a:t>
          </a:r>
          <a:endParaRPr lang="en-US"/>
        </a:p>
      </dgm:t>
    </dgm:pt>
    <dgm:pt modelId="{B7F2F0E2-1BDA-4E2B-B04A-54B10249F488}" type="parTrans" cxnId="{C31FDF8A-24DF-42D6-BAE4-71DC7CE6DE03}">
      <dgm:prSet/>
      <dgm:spPr/>
      <dgm:t>
        <a:bodyPr/>
        <a:lstStyle/>
        <a:p>
          <a:endParaRPr lang="en-US"/>
        </a:p>
      </dgm:t>
    </dgm:pt>
    <dgm:pt modelId="{AC8CE0C3-50E0-4A53-8E43-63C044583917}" type="sibTrans" cxnId="{C31FDF8A-24DF-42D6-BAE4-71DC7CE6DE03}">
      <dgm:prSet/>
      <dgm:spPr/>
      <dgm:t>
        <a:bodyPr/>
        <a:lstStyle/>
        <a:p>
          <a:endParaRPr lang="en-US"/>
        </a:p>
      </dgm:t>
    </dgm:pt>
    <dgm:pt modelId="{63078B39-4DBE-499A-946D-BB05946D3DBA}">
      <dgm:prSet/>
      <dgm:spPr/>
      <dgm:t>
        <a:bodyPr/>
        <a:lstStyle/>
        <a:p>
          <a:r>
            <a:rPr lang="en-IN"/>
            <a:t>Relevant tickets and audit records are created for traceability.</a:t>
          </a:r>
          <a:endParaRPr lang="en-US"/>
        </a:p>
      </dgm:t>
    </dgm:pt>
    <dgm:pt modelId="{9AFDBB7E-CD45-4456-99A3-3757F4A5AD8F}" type="parTrans" cxnId="{CE9366B6-D9F0-47D2-8D2B-315C0BF5A65D}">
      <dgm:prSet/>
      <dgm:spPr/>
      <dgm:t>
        <a:bodyPr/>
        <a:lstStyle/>
        <a:p>
          <a:endParaRPr lang="en-US"/>
        </a:p>
      </dgm:t>
    </dgm:pt>
    <dgm:pt modelId="{AE64AD30-1F92-426B-B2BE-CA98EA8D8C4F}" type="sibTrans" cxnId="{CE9366B6-D9F0-47D2-8D2B-315C0BF5A65D}">
      <dgm:prSet/>
      <dgm:spPr/>
      <dgm:t>
        <a:bodyPr/>
        <a:lstStyle/>
        <a:p>
          <a:endParaRPr lang="en-US"/>
        </a:p>
      </dgm:t>
    </dgm:pt>
    <dgm:pt modelId="{D515B960-3B37-4AE2-AF57-F619C6E619E9}" type="pres">
      <dgm:prSet presAssocID="{43C8584A-9E1D-40F2-BF5F-9B12B08073F2}" presName="vert0" presStyleCnt="0">
        <dgm:presLayoutVars>
          <dgm:dir/>
          <dgm:animOne val="branch"/>
          <dgm:animLvl val="lvl"/>
        </dgm:presLayoutVars>
      </dgm:prSet>
      <dgm:spPr/>
    </dgm:pt>
    <dgm:pt modelId="{B491AEA2-895B-41A6-B7C2-082AD3068336}" type="pres">
      <dgm:prSet presAssocID="{019AC95B-4604-4D26-B3DE-1A0061481E2C}" presName="thickLine" presStyleLbl="alignNode1" presStyleIdx="0" presStyleCnt="4"/>
      <dgm:spPr/>
    </dgm:pt>
    <dgm:pt modelId="{5BA686F8-71EA-417E-899C-717DF87CBE9B}" type="pres">
      <dgm:prSet presAssocID="{019AC95B-4604-4D26-B3DE-1A0061481E2C}" presName="horz1" presStyleCnt="0"/>
      <dgm:spPr/>
    </dgm:pt>
    <dgm:pt modelId="{4AC58F30-3EDB-4E1B-8D7A-79055A938A22}" type="pres">
      <dgm:prSet presAssocID="{019AC95B-4604-4D26-B3DE-1A0061481E2C}" presName="tx1" presStyleLbl="revTx" presStyleIdx="0" presStyleCnt="4"/>
      <dgm:spPr/>
    </dgm:pt>
    <dgm:pt modelId="{78A359B2-1CDF-4F76-A010-00B9D76C1C9C}" type="pres">
      <dgm:prSet presAssocID="{019AC95B-4604-4D26-B3DE-1A0061481E2C}" presName="vert1" presStyleCnt="0"/>
      <dgm:spPr/>
    </dgm:pt>
    <dgm:pt modelId="{10D6588B-EF41-441A-85DD-AB555816D91E}" type="pres">
      <dgm:prSet presAssocID="{0AB8E106-5E9B-4484-B4F2-2C08B72B2998}" presName="thickLine" presStyleLbl="alignNode1" presStyleIdx="1" presStyleCnt="4"/>
      <dgm:spPr/>
    </dgm:pt>
    <dgm:pt modelId="{03129A50-4637-4780-8458-C02F379EE7CA}" type="pres">
      <dgm:prSet presAssocID="{0AB8E106-5E9B-4484-B4F2-2C08B72B2998}" presName="horz1" presStyleCnt="0"/>
      <dgm:spPr/>
    </dgm:pt>
    <dgm:pt modelId="{38369DDC-462D-4399-B01C-5FB40F4ACB72}" type="pres">
      <dgm:prSet presAssocID="{0AB8E106-5E9B-4484-B4F2-2C08B72B2998}" presName="tx1" presStyleLbl="revTx" presStyleIdx="1" presStyleCnt="4"/>
      <dgm:spPr/>
    </dgm:pt>
    <dgm:pt modelId="{202348AE-E169-444B-B5C5-8BB3E7B139BB}" type="pres">
      <dgm:prSet presAssocID="{0AB8E106-5E9B-4484-B4F2-2C08B72B2998}" presName="vert1" presStyleCnt="0"/>
      <dgm:spPr/>
    </dgm:pt>
    <dgm:pt modelId="{24E9FF1E-7778-474A-BF0B-A43CF31999A5}" type="pres">
      <dgm:prSet presAssocID="{5E362914-C81B-4AFF-9F5A-BC089F2595A9}" presName="thickLine" presStyleLbl="alignNode1" presStyleIdx="2" presStyleCnt="4"/>
      <dgm:spPr/>
    </dgm:pt>
    <dgm:pt modelId="{5FA67E0F-76ED-4A5C-AA1E-8230BC6D0F6D}" type="pres">
      <dgm:prSet presAssocID="{5E362914-C81B-4AFF-9F5A-BC089F2595A9}" presName="horz1" presStyleCnt="0"/>
      <dgm:spPr/>
    </dgm:pt>
    <dgm:pt modelId="{2DF313DA-22E7-44F0-8120-67DD013E7352}" type="pres">
      <dgm:prSet presAssocID="{5E362914-C81B-4AFF-9F5A-BC089F2595A9}" presName="tx1" presStyleLbl="revTx" presStyleIdx="2" presStyleCnt="4"/>
      <dgm:spPr/>
    </dgm:pt>
    <dgm:pt modelId="{AADDD89C-8D5C-4FF2-A9BD-A9F7D76B1A3B}" type="pres">
      <dgm:prSet presAssocID="{5E362914-C81B-4AFF-9F5A-BC089F2595A9}" presName="vert1" presStyleCnt="0"/>
      <dgm:spPr/>
    </dgm:pt>
    <dgm:pt modelId="{9361C340-16A3-4B4D-A37E-FDD263F4223A}" type="pres">
      <dgm:prSet presAssocID="{63078B39-4DBE-499A-946D-BB05946D3DBA}" presName="thickLine" presStyleLbl="alignNode1" presStyleIdx="3" presStyleCnt="4"/>
      <dgm:spPr/>
    </dgm:pt>
    <dgm:pt modelId="{177CB91C-14F4-4D90-A336-E9C674B41579}" type="pres">
      <dgm:prSet presAssocID="{63078B39-4DBE-499A-946D-BB05946D3DBA}" presName="horz1" presStyleCnt="0"/>
      <dgm:spPr/>
    </dgm:pt>
    <dgm:pt modelId="{3B94252D-FE9E-4932-8C77-09E63EA556DF}" type="pres">
      <dgm:prSet presAssocID="{63078B39-4DBE-499A-946D-BB05946D3DBA}" presName="tx1" presStyleLbl="revTx" presStyleIdx="3" presStyleCnt="4"/>
      <dgm:spPr/>
    </dgm:pt>
    <dgm:pt modelId="{8FC3A979-74A3-4F14-8BAF-3D5EEA8E26C8}" type="pres">
      <dgm:prSet presAssocID="{63078B39-4DBE-499A-946D-BB05946D3DBA}" presName="vert1" presStyleCnt="0"/>
      <dgm:spPr/>
    </dgm:pt>
  </dgm:ptLst>
  <dgm:cxnLst>
    <dgm:cxn modelId="{7675942D-E124-429A-9856-EA2B0072E20A}" srcId="{43C8584A-9E1D-40F2-BF5F-9B12B08073F2}" destId="{0AB8E106-5E9B-4484-B4F2-2C08B72B2998}" srcOrd="1" destOrd="0" parTransId="{79D30EA8-834B-49B8-AB2A-2FE6B07781B1}" sibTransId="{C2DF892D-F4D2-48E6-A882-84C713767DB3}"/>
    <dgm:cxn modelId="{62722952-8F26-4CF8-A548-DCBD17B3C287}" type="presOf" srcId="{63078B39-4DBE-499A-946D-BB05946D3DBA}" destId="{3B94252D-FE9E-4932-8C77-09E63EA556DF}" srcOrd="0" destOrd="0" presId="urn:microsoft.com/office/officeart/2008/layout/LinedList"/>
    <dgm:cxn modelId="{60F79D83-EE75-4540-924B-FC71679E8D4A}" type="presOf" srcId="{0AB8E106-5E9B-4484-B4F2-2C08B72B2998}" destId="{38369DDC-462D-4399-B01C-5FB40F4ACB72}" srcOrd="0" destOrd="0" presId="urn:microsoft.com/office/officeart/2008/layout/LinedList"/>
    <dgm:cxn modelId="{C31FDF8A-24DF-42D6-BAE4-71DC7CE6DE03}" srcId="{43C8584A-9E1D-40F2-BF5F-9B12B08073F2}" destId="{5E362914-C81B-4AFF-9F5A-BC089F2595A9}" srcOrd="2" destOrd="0" parTransId="{B7F2F0E2-1BDA-4E2B-B04A-54B10249F488}" sibTransId="{AC8CE0C3-50E0-4A53-8E43-63C044583917}"/>
    <dgm:cxn modelId="{C7FC0B98-7E11-4E32-A9A7-DABDFFB4031C}" type="presOf" srcId="{43C8584A-9E1D-40F2-BF5F-9B12B08073F2}" destId="{D515B960-3B37-4AE2-AF57-F619C6E619E9}" srcOrd="0" destOrd="0" presId="urn:microsoft.com/office/officeart/2008/layout/LinedList"/>
    <dgm:cxn modelId="{B89EEFAE-5CDE-4FBE-A4CC-A64121F03910}" type="presOf" srcId="{019AC95B-4604-4D26-B3DE-1A0061481E2C}" destId="{4AC58F30-3EDB-4E1B-8D7A-79055A938A22}" srcOrd="0" destOrd="0" presId="urn:microsoft.com/office/officeart/2008/layout/LinedList"/>
    <dgm:cxn modelId="{CE9366B6-D9F0-47D2-8D2B-315C0BF5A65D}" srcId="{43C8584A-9E1D-40F2-BF5F-9B12B08073F2}" destId="{63078B39-4DBE-499A-946D-BB05946D3DBA}" srcOrd="3" destOrd="0" parTransId="{9AFDBB7E-CD45-4456-99A3-3757F4A5AD8F}" sibTransId="{AE64AD30-1F92-426B-B2BE-CA98EA8D8C4F}"/>
    <dgm:cxn modelId="{2089F9D8-4A74-4E1A-83A9-CC5ED67EE205}" srcId="{43C8584A-9E1D-40F2-BF5F-9B12B08073F2}" destId="{019AC95B-4604-4D26-B3DE-1A0061481E2C}" srcOrd="0" destOrd="0" parTransId="{C982D8D4-B2FB-432F-A2C2-8BEA0D8F08D2}" sibTransId="{C4589CE7-124C-4B1A-A683-25C9937C72A6}"/>
    <dgm:cxn modelId="{F052A5FC-500F-419C-907B-1D7F26CEAB98}" type="presOf" srcId="{5E362914-C81B-4AFF-9F5A-BC089F2595A9}" destId="{2DF313DA-22E7-44F0-8120-67DD013E7352}" srcOrd="0" destOrd="0" presId="urn:microsoft.com/office/officeart/2008/layout/LinedList"/>
    <dgm:cxn modelId="{4BCC2FF4-6EBE-400E-93CF-10238B805F54}" type="presParOf" srcId="{D515B960-3B37-4AE2-AF57-F619C6E619E9}" destId="{B491AEA2-895B-41A6-B7C2-082AD3068336}" srcOrd="0" destOrd="0" presId="urn:microsoft.com/office/officeart/2008/layout/LinedList"/>
    <dgm:cxn modelId="{08408CFF-9F48-46DE-88B9-3B397E85D924}" type="presParOf" srcId="{D515B960-3B37-4AE2-AF57-F619C6E619E9}" destId="{5BA686F8-71EA-417E-899C-717DF87CBE9B}" srcOrd="1" destOrd="0" presId="urn:microsoft.com/office/officeart/2008/layout/LinedList"/>
    <dgm:cxn modelId="{2A8A8758-7FD0-4FC6-A5D1-50D4B9B03F10}" type="presParOf" srcId="{5BA686F8-71EA-417E-899C-717DF87CBE9B}" destId="{4AC58F30-3EDB-4E1B-8D7A-79055A938A22}" srcOrd="0" destOrd="0" presId="urn:microsoft.com/office/officeart/2008/layout/LinedList"/>
    <dgm:cxn modelId="{24355683-AE4E-4BFE-A49B-1A75EC1FBACE}" type="presParOf" srcId="{5BA686F8-71EA-417E-899C-717DF87CBE9B}" destId="{78A359B2-1CDF-4F76-A010-00B9D76C1C9C}" srcOrd="1" destOrd="0" presId="urn:microsoft.com/office/officeart/2008/layout/LinedList"/>
    <dgm:cxn modelId="{7853F188-FC4B-426A-9114-FAB318988B23}" type="presParOf" srcId="{D515B960-3B37-4AE2-AF57-F619C6E619E9}" destId="{10D6588B-EF41-441A-85DD-AB555816D91E}" srcOrd="2" destOrd="0" presId="urn:microsoft.com/office/officeart/2008/layout/LinedList"/>
    <dgm:cxn modelId="{8C660232-231A-45AD-906B-A526EDB0C8A2}" type="presParOf" srcId="{D515B960-3B37-4AE2-AF57-F619C6E619E9}" destId="{03129A50-4637-4780-8458-C02F379EE7CA}" srcOrd="3" destOrd="0" presId="urn:microsoft.com/office/officeart/2008/layout/LinedList"/>
    <dgm:cxn modelId="{99B8D443-C868-4405-92CA-9128B0146F9E}" type="presParOf" srcId="{03129A50-4637-4780-8458-C02F379EE7CA}" destId="{38369DDC-462D-4399-B01C-5FB40F4ACB72}" srcOrd="0" destOrd="0" presId="urn:microsoft.com/office/officeart/2008/layout/LinedList"/>
    <dgm:cxn modelId="{9E0151C8-1FAF-431C-A856-FBD2A760D620}" type="presParOf" srcId="{03129A50-4637-4780-8458-C02F379EE7CA}" destId="{202348AE-E169-444B-B5C5-8BB3E7B139BB}" srcOrd="1" destOrd="0" presId="urn:microsoft.com/office/officeart/2008/layout/LinedList"/>
    <dgm:cxn modelId="{A227A92A-9EBD-47D4-A411-E383DAD9C38D}" type="presParOf" srcId="{D515B960-3B37-4AE2-AF57-F619C6E619E9}" destId="{24E9FF1E-7778-474A-BF0B-A43CF31999A5}" srcOrd="4" destOrd="0" presId="urn:microsoft.com/office/officeart/2008/layout/LinedList"/>
    <dgm:cxn modelId="{DB14C7BC-F372-49C9-801C-66D47C3AB2CC}" type="presParOf" srcId="{D515B960-3B37-4AE2-AF57-F619C6E619E9}" destId="{5FA67E0F-76ED-4A5C-AA1E-8230BC6D0F6D}" srcOrd="5" destOrd="0" presId="urn:microsoft.com/office/officeart/2008/layout/LinedList"/>
    <dgm:cxn modelId="{546780C5-7DB0-45D9-88C9-A534D5F2AE22}" type="presParOf" srcId="{5FA67E0F-76ED-4A5C-AA1E-8230BC6D0F6D}" destId="{2DF313DA-22E7-44F0-8120-67DD013E7352}" srcOrd="0" destOrd="0" presId="urn:microsoft.com/office/officeart/2008/layout/LinedList"/>
    <dgm:cxn modelId="{03EF8A90-73F5-4CB9-9EDD-2E45F98C6F57}" type="presParOf" srcId="{5FA67E0F-76ED-4A5C-AA1E-8230BC6D0F6D}" destId="{AADDD89C-8D5C-4FF2-A9BD-A9F7D76B1A3B}" srcOrd="1" destOrd="0" presId="urn:microsoft.com/office/officeart/2008/layout/LinedList"/>
    <dgm:cxn modelId="{F9212FC3-A84C-4D4B-8E5D-7905CB454F16}" type="presParOf" srcId="{D515B960-3B37-4AE2-AF57-F619C6E619E9}" destId="{9361C340-16A3-4B4D-A37E-FDD263F4223A}" srcOrd="6" destOrd="0" presId="urn:microsoft.com/office/officeart/2008/layout/LinedList"/>
    <dgm:cxn modelId="{7FD92BA6-0595-4756-93EB-BEA2952FE204}" type="presParOf" srcId="{D515B960-3B37-4AE2-AF57-F619C6E619E9}" destId="{177CB91C-14F4-4D90-A336-E9C674B41579}" srcOrd="7" destOrd="0" presId="urn:microsoft.com/office/officeart/2008/layout/LinedList"/>
    <dgm:cxn modelId="{733E527B-EF08-475C-8F1B-6636545FEC5C}" type="presParOf" srcId="{177CB91C-14F4-4D90-A336-E9C674B41579}" destId="{3B94252D-FE9E-4932-8C77-09E63EA556DF}" srcOrd="0" destOrd="0" presId="urn:microsoft.com/office/officeart/2008/layout/LinedList"/>
    <dgm:cxn modelId="{FDEAEE40-A3DF-43E1-97B3-40D6238F7533}" type="presParOf" srcId="{177CB91C-14F4-4D90-A336-E9C674B41579}" destId="{8FC3A979-74A3-4F14-8BAF-3D5EEA8E26C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5DCC92-58B4-41EB-9D60-9C69CAD8481F}" type="doc">
      <dgm:prSet loTypeId="urn:microsoft.com/office/officeart/2008/layout/LinedList" loCatId="list" qsTypeId="urn:microsoft.com/office/officeart/2005/8/quickstyle/simple1#51" qsCatId="simple" csTypeId="urn:microsoft.com/office/officeart/2005/8/colors/accent4_2#2" csCatId="accent4"/>
      <dgm:spPr/>
      <dgm:t>
        <a:bodyPr/>
        <a:lstStyle/>
        <a:p>
          <a:endParaRPr lang="en-US"/>
        </a:p>
      </dgm:t>
    </dgm:pt>
    <dgm:pt modelId="{F4CFD578-D29C-4160-9EE7-5143888BECCE}">
      <dgm:prSet/>
      <dgm:spPr/>
      <dgm:t>
        <a:bodyPr/>
        <a:lstStyle/>
        <a:p>
          <a:r>
            <a:rPr lang="en-IN" b="1"/>
            <a:t>Inputs:</a:t>
          </a:r>
          <a:r>
            <a:rPr lang="en-IN"/>
            <a:t> Employee request, issue details, follow-up responses and available request context.</a:t>
          </a:r>
          <a:endParaRPr lang="en-US"/>
        </a:p>
      </dgm:t>
    </dgm:pt>
    <dgm:pt modelId="{73C2E3E6-7B39-47D2-BE42-F00F8010EB41}" type="parTrans" cxnId="{73DE081B-12F3-4205-83D4-D705CBB5D3F3}">
      <dgm:prSet/>
      <dgm:spPr/>
      <dgm:t>
        <a:bodyPr/>
        <a:lstStyle/>
        <a:p>
          <a:endParaRPr lang="en-US"/>
        </a:p>
      </dgm:t>
    </dgm:pt>
    <dgm:pt modelId="{B80A583F-88C6-47D3-8688-F1BE64C80452}" type="sibTrans" cxnId="{73DE081B-12F3-4205-83D4-D705CBB5D3F3}">
      <dgm:prSet/>
      <dgm:spPr/>
      <dgm:t>
        <a:bodyPr/>
        <a:lstStyle/>
        <a:p>
          <a:endParaRPr lang="en-US"/>
        </a:p>
      </dgm:t>
    </dgm:pt>
    <dgm:pt modelId="{75C0E04B-E87B-4CFD-882E-8A695FCC4FD2}">
      <dgm:prSet/>
      <dgm:spPr/>
      <dgm:t>
        <a:bodyPr/>
        <a:lstStyle/>
        <a:p>
          <a:r>
            <a:rPr lang="en-IN" b="1"/>
            <a:t>Sources:</a:t>
          </a:r>
          <a:r>
            <a:rPr lang="en-IN"/>
            <a:t> Knowledge base, IT policies, previous requests, tickets and audit records.</a:t>
          </a:r>
          <a:endParaRPr lang="en-US"/>
        </a:p>
      </dgm:t>
    </dgm:pt>
    <dgm:pt modelId="{BD7E8008-B427-46BD-AC1C-D3D0075546E5}" type="parTrans" cxnId="{CA534FEF-B874-403B-9491-DC9CE7CB9FBA}">
      <dgm:prSet/>
      <dgm:spPr/>
      <dgm:t>
        <a:bodyPr/>
        <a:lstStyle/>
        <a:p>
          <a:endParaRPr lang="en-US"/>
        </a:p>
      </dgm:t>
    </dgm:pt>
    <dgm:pt modelId="{F06496EC-6FC5-49C3-99A3-F21955A74F51}" type="sibTrans" cxnId="{CA534FEF-B874-403B-9491-DC9CE7CB9FBA}">
      <dgm:prSet/>
      <dgm:spPr/>
      <dgm:t>
        <a:bodyPr/>
        <a:lstStyle/>
        <a:p>
          <a:endParaRPr lang="en-US"/>
        </a:p>
      </dgm:t>
    </dgm:pt>
    <dgm:pt modelId="{01F6163A-F741-40D6-AE24-7F4546DED5F7}">
      <dgm:prSet/>
      <dgm:spPr/>
      <dgm:t>
        <a:bodyPr/>
        <a:lstStyle/>
        <a:p>
          <a:r>
            <a:rPr lang="en-IN" b="1"/>
            <a:t>Assumptions:</a:t>
          </a:r>
          <a:r>
            <a:rPr lang="en-IN"/>
            <a:t> Internal information is predefined and maintained by the organization.</a:t>
          </a:r>
          <a:endParaRPr lang="en-US"/>
        </a:p>
      </dgm:t>
    </dgm:pt>
    <dgm:pt modelId="{AB7D88D2-25B3-4076-9158-E08DEDB42D8F}" type="parTrans" cxnId="{D10A3565-9973-40A1-8F11-4CFF95D14482}">
      <dgm:prSet/>
      <dgm:spPr/>
      <dgm:t>
        <a:bodyPr/>
        <a:lstStyle/>
        <a:p>
          <a:endParaRPr lang="en-US"/>
        </a:p>
      </dgm:t>
    </dgm:pt>
    <dgm:pt modelId="{3BC6AD33-4653-48F1-AD09-221673CA3C7F}" type="sibTrans" cxnId="{D10A3565-9973-40A1-8F11-4CFF95D14482}">
      <dgm:prSet/>
      <dgm:spPr/>
      <dgm:t>
        <a:bodyPr/>
        <a:lstStyle/>
        <a:p>
          <a:endParaRPr lang="en-US"/>
        </a:p>
      </dgm:t>
    </dgm:pt>
    <dgm:pt modelId="{462B9703-09DA-4222-9171-AF638ECD4BE8}">
      <dgm:prSet/>
      <dgm:spPr/>
      <dgm:t>
        <a:bodyPr/>
        <a:lstStyle/>
        <a:p>
          <a:r>
            <a:rPr lang="en-IN"/>
            <a:t>The prototype uses JSON storage and is intended for academic demonstration.</a:t>
          </a:r>
          <a:endParaRPr lang="en-US"/>
        </a:p>
      </dgm:t>
    </dgm:pt>
    <dgm:pt modelId="{561C25DE-2DF2-44A9-A9BF-00DEA7DEFC51}" type="parTrans" cxnId="{94D8DD52-F3A4-4D81-8D60-D8C6A9F443AD}">
      <dgm:prSet/>
      <dgm:spPr/>
      <dgm:t>
        <a:bodyPr/>
        <a:lstStyle/>
        <a:p>
          <a:endParaRPr lang="en-US"/>
        </a:p>
      </dgm:t>
    </dgm:pt>
    <dgm:pt modelId="{C0231373-5AE7-4B4B-80D0-F0FFC477E349}" type="sibTrans" cxnId="{94D8DD52-F3A4-4D81-8D60-D8C6A9F443AD}">
      <dgm:prSet/>
      <dgm:spPr/>
      <dgm:t>
        <a:bodyPr/>
        <a:lstStyle/>
        <a:p>
          <a:endParaRPr lang="en-US"/>
        </a:p>
      </dgm:t>
    </dgm:pt>
    <dgm:pt modelId="{383BB250-2D35-4555-93E1-44A746C8F4C0}" type="pres">
      <dgm:prSet presAssocID="{275DCC92-58B4-41EB-9D60-9C69CAD8481F}" presName="vert0" presStyleCnt="0">
        <dgm:presLayoutVars>
          <dgm:dir/>
          <dgm:animOne val="branch"/>
          <dgm:animLvl val="lvl"/>
        </dgm:presLayoutVars>
      </dgm:prSet>
      <dgm:spPr/>
    </dgm:pt>
    <dgm:pt modelId="{66F6F621-5602-4936-BD4B-59EB22D382B8}" type="pres">
      <dgm:prSet presAssocID="{F4CFD578-D29C-4160-9EE7-5143888BECCE}" presName="thickLine" presStyleLbl="alignNode1" presStyleIdx="0" presStyleCnt="4"/>
      <dgm:spPr/>
    </dgm:pt>
    <dgm:pt modelId="{D743D9A6-F542-4D98-8210-C072FEDD1CFC}" type="pres">
      <dgm:prSet presAssocID="{F4CFD578-D29C-4160-9EE7-5143888BECCE}" presName="horz1" presStyleCnt="0"/>
      <dgm:spPr/>
    </dgm:pt>
    <dgm:pt modelId="{E47E1B9D-AE1E-4F85-87BD-0EE0ED2160C7}" type="pres">
      <dgm:prSet presAssocID="{F4CFD578-D29C-4160-9EE7-5143888BECCE}" presName="tx1" presStyleLbl="revTx" presStyleIdx="0" presStyleCnt="4"/>
      <dgm:spPr/>
    </dgm:pt>
    <dgm:pt modelId="{79B21F75-80F7-4C88-8F4A-AE0EDED51AB0}" type="pres">
      <dgm:prSet presAssocID="{F4CFD578-D29C-4160-9EE7-5143888BECCE}" presName="vert1" presStyleCnt="0"/>
      <dgm:spPr/>
    </dgm:pt>
    <dgm:pt modelId="{C736A554-A8E7-4DFE-AED9-0D8FFEF9A13F}" type="pres">
      <dgm:prSet presAssocID="{75C0E04B-E87B-4CFD-882E-8A695FCC4FD2}" presName="thickLine" presStyleLbl="alignNode1" presStyleIdx="1" presStyleCnt="4"/>
      <dgm:spPr/>
    </dgm:pt>
    <dgm:pt modelId="{BBE9C846-C8DF-4A91-90A3-3276FB79D4CF}" type="pres">
      <dgm:prSet presAssocID="{75C0E04B-E87B-4CFD-882E-8A695FCC4FD2}" presName="horz1" presStyleCnt="0"/>
      <dgm:spPr/>
    </dgm:pt>
    <dgm:pt modelId="{653FFAF6-4779-4C0E-AE7B-120BF06D94B9}" type="pres">
      <dgm:prSet presAssocID="{75C0E04B-E87B-4CFD-882E-8A695FCC4FD2}" presName="tx1" presStyleLbl="revTx" presStyleIdx="1" presStyleCnt="4"/>
      <dgm:spPr/>
    </dgm:pt>
    <dgm:pt modelId="{4F071C98-902E-45F0-87F5-1C1A7A368AB7}" type="pres">
      <dgm:prSet presAssocID="{75C0E04B-E87B-4CFD-882E-8A695FCC4FD2}" presName="vert1" presStyleCnt="0"/>
      <dgm:spPr/>
    </dgm:pt>
    <dgm:pt modelId="{C21F7098-4275-4CF6-AF3D-1A31D8F6302A}" type="pres">
      <dgm:prSet presAssocID="{01F6163A-F741-40D6-AE24-7F4546DED5F7}" presName="thickLine" presStyleLbl="alignNode1" presStyleIdx="2" presStyleCnt="4"/>
      <dgm:spPr/>
    </dgm:pt>
    <dgm:pt modelId="{01D8581D-47AF-4F00-8CEA-9448A6CA5834}" type="pres">
      <dgm:prSet presAssocID="{01F6163A-F741-40D6-AE24-7F4546DED5F7}" presName="horz1" presStyleCnt="0"/>
      <dgm:spPr/>
    </dgm:pt>
    <dgm:pt modelId="{D7A3FD1C-D4DF-43D7-9F5F-CE4ACC0793C1}" type="pres">
      <dgm:prSet presAssocID="{01F6163A-F741-40D6-AE24-7F4546DED5F7}" presName="tx1" presStyleLbl="revTx" presStyleIdx="2" presStyleCnt="4"/>
      <dgm:spPr/>
    </dgm:pt>
    <dgm:pt modelId="{9A0DCA3C-9D46-4603-91F3-DCDFDA0BFF48}" type="pres">
      <dgm:prSet presAssocID="{01F6163A-F741-40D6-AE24-7F4546DED5F7}" presName="vert1" presStyleCnt="0"/>
      <dgm:spPr/>
    </dgm:pt>
    <dgm:pt modelId="{933AA2E3-F89D-494C-96A0-A90D8845C66C}" type="pres">
      <dgm:prSet presAssocID="{462B9703-09DA-4222-9171-AF638ECD4BE8}" presName="thickLine" presStyleLbl="alignNode1" presStyleIdx="3" presStyleCnt="4"/>
      <dgm:spPr/>
    </dgm:pt>
    <dgm:pt modelId="{8A4D0355-393D-45B2-990F-0CD03A6A41E6}" type="pres">
      <dgm:prSet presAssocID="{462B9703-09DA-4222-9171-AF638ECD4BE8}" presName="horz1" presStyleCnt="0"/>
      <dgm:spPr/>
    </dgm:pt>
    <dgm:pt modelId="{687508FE-7F3E-470B-AF88-FC3FD2992D62}" type="pres">
      <dgm:prSet presAssocID="{462B9703-09DA-4222-9171-AF638ECD4BE8}" presName="tx1" presStyleLbl="revTx" presStyleIdx="3" presStyleCnt="4"/>
      <dgm:spPr/>
    </dgm:pt>
    <dgm:pt modelId="{71B5A3B2-AEF8-43EE-AEC0-652F3C5A0766}" type="pres">
      <dgm:prSet presAssocID="{462B9703-09DA-4222-9171-AF638ECD4BE8}" presName="vert1" presStyleCnt="0"/>
      <dgm:spPr/>
    </dgm:pt>
  </dgm:ptLst>
  <dgm:cxnLst>
    <dgm:cxn modelId="{2D384C18-8A3C-4D20-8B0E-9AE0D2A1E024}" type="presOf" srcId="{462B9703-09DA-4222-9171-AF638ECD4BE8}" destId="{687508FE-7F3E-470B-AF88-FC3FD2992D62}" srcOrd="0" destOrd="0" presId="urn:microsoft.com/office/officeart/2008/layout/LinedList"/>
    <dgm:cxn modelId="{73DE081B-12F3-4205-83D4-D705CBB5D3F3}" srcId="{275DCC92-58B4-41EB-9D60-9C69CAD8481F}" destId="{F4CFD578-D29C-4160-9EE7-5143888BECCE}" srcOrd="0" destOrd="0" parTransId="{73C2E3E6-7B39-47D2-BE42-F00F8010EB41}" sibTransId="{B80A583F-88C6-47D3-8688-F1BE64C80452}"/>
    <dgm:cxn modelId="{3410542D-9569-4FDC-8342-CF3780106FE4}" type="presOf" srcId="{75C0E04B-E87B-4CFD-882E-8A695FCC4FD2}" destId="{653FFAF6-4779-4C0E-AE7B-120BF06D94B9}" srcOrd="0" destOrd="0" presId="urn:microsoft.com/office/officeart/2008/layout/LinedList"/>
    <dgm:cxn modelId="{D10A3565-9973-40A1-8F11-4CFF95D14482}" srcId="{275DCC92-58B4-41EB-9D60-9C69CAD8481F}" destId="{01F6163A-F741-40D6-AE24-7F4546DED5F7}" srcOrd="2" destOrd="0" parTransId="{AB7D88D2-25B3-4076-9158-E08DEDB42D8F}" sibTransId="{3BC6AD33-4653-48F1-AD09-221673CA3C7F}"/>
    <dgm:cxn modelId="{94D8DD52-F3A4-4D81-8D60-D8C6A9F443AD}" srcId="{275DCC92-58B4-41EB-9D60-9C69CAD8481F}" destId="{462B9703-09DA-4222-9171-AF638ECD4BE8}" srcOrd="3" destOrd="0" parTransId="{561C25DE-2DF2-44A9-A9BF-00DEA7DEFC51}" sibTransId="{C0231373-5AE7-4B4B-80D0-F0FFC477E349}"/>
    <dgm:cxn modelId="{1D9B9876-0490-4E6B-8332-3FA57CFB5688}" type="presOf" srcId="{F4CFD578-D29C-4160-9EE7-5143888BECCE}" destId="{E47E1B9D-AE1E-4F85-87BD-0EE0ED2160C7}" srcOrd="0" destOrd="0" presId="urn:microsoft.com/office/officeart/2008/layout/LinedList"/>
    <dgm:cxn modelId="{DFD7B47B-7D70-4735-BDFB-EB4A4C8F5322}" type="presOf" srcId="{275DCC92-58B4-41EB-9D60-9C69CAD8481F}" destId="{383BB250-2D35-4555-93E1-44A746C8F4C0}" srcOrd="0" destOrd="0" presId="urn:microsoft.com/office/officeart/2008/layout/LinedList"/>
    <dgm:cxn modelId="{682E1FAA-B990-45AC-ADB0-2424596798C6}" type="presOf" srcId="{01F6163A-F741-40D6-AE24-7F4546DED5F7}" destId="{D7A3FD1C-D4DF-43D7-9F5F-CE4ACC0793C1}" srcOrd="0" destOrd="0" presId="urn:microsoft.com/office/officeart/2008/layout/LinedList"/>
    <dgm:cxn modelId="{CA534FEF-B874-403B-9491-DC9CE7CB9FBA}" srcId="{275DCC92-58B4-41EB-9D60-9C69CAD8481F}" destId="{75C0E04B-E87B-4CFD-882E-8A695FCC4FD2}" srcOrd="1" destOrd="0" parTransId="{BD7E8008-B427-46BD-AC1C-D3D0075546E5}" sibTransId="{F06496EC-6FC5-49C3-99A3-F21955A74F51}"/>
    <dgm:cxn modelId="{F72B0196-4788-42C5-9C26-A5C71829EFB9}" type="presParOf" srcId="{383BB250-2D35-4555-93E1-44A746C8F4C0}" destId="{66F6F621-5602-4936-BD4B-59EB22D382B8}" srcOrd="0" destOrd="0" presId="urn:microsoft.com/office/officeart/2008/layout/LinedList"/>
    <dgm:cxn modelId="{EC06C5AE-4956-4F90-8843-BAE806160360}" type="presParOf" srcId="{383BB250-2D35-4555-93E1-44A746C8F4C0}" destId="{D743D9A6-F542-4D98-8210-C072FEDD1CFC}" srcOrd="1" destOrd="0" presId="urn:microsoft.com/office/officeart/2008/layout/LinedList"/>
    <dgm:cxn modelId="{C092554A-C967-4494-9A21-C4E3A884EA80}" type="presParOf" srcId="{D743D9A6-F542-4D98-8210-C072FEDD1CFC}" destId="{E47E1B9D-AE1E-4F85-87BD-0EE0ED2160C7}" srcOrd="0" destOrd="0" presId="urn:microsoft.com/office/officeart/2008/layout/LinedList"/>
    <dgm:cxn modelId="{14B2233C-0BC0-43C1-85AD-B1BA54E674B3}" type="presParOf" srcId="{D743D9A6-F542-4D98-8210-C072FEDD1CFC}" destId="{79B21F75-80F7-4C88-8F4A-AE0EDED51AB0}" srcOrd="1" destOrd="0" presId="urn:microsoft.com/office/officeart/2008/layout/LinedList"/>
    <dgm:cxn modelId="{09F10C07-C64F-4524-A1C2-DD23FD9B478A}" type="presParOf" srcId="{383BB250-2D35-4555-93E1-44A746C8F4C0}" destId="{C736A554-A8E7-4DFE-AED9-0D8FFEF9A13F}" srcOrd="2" destOrd="0" presId="urn:microsoft.com/office/officeart/2008/layout/LinedList"/>
    <dgm:cxn modelId="{2DE36428-4C30-473B-9884-076ED36E07E0}" type="presParOf" srcId="{383BB250-2D35-4555-93E1-44A746C8F4C0}" destId="{BBE9C846-C8DF-4A91-90A3-3276FB79D4CF}" srcOrd="3" destOrd="0" presId="urn:microsoft.com/office/officeart/2008/layout/LinedList"/>
    <dgm:cxn modelId="{B99A1230-092A-44C7-9A3C-4A7C11A1E8A6}" type="presParOf" srcId="{BBE9C846-C8DF-4A91-90A3-3276FB79D4CF}" destId="{653FFAF6-4779-4C0E-AE7B-120BF06D94B9}" srcOrd="0" destOrd="0" presId="urn:microsoft.com/office/officeart/2008/layout/LinedList"/>
    <dgm:cxn modelId="{F5363AEE-681B-401E-B4E9-4977D8BEE335}" type="presParOf" srcId="{BBE9C846-C8DF-4A91-90A3-3276FB79D4CF}" destId="{4F071C98-902E-45F0-87F5-1C1A7A368AB7}" srcOrd="1" destOrd="0" presId="urn:microsoft.com/office/officeart/2008/layout/LinedList"/>
    <dgm:cxn modelId="{8B2D9E1A-6486-4073-A45C-C37093F55A76}" type="presParOf" srcId="{383BB250-2D35-4555-93E1-44A746C8F4C0}" destId="{C21F7098-4275-4CF6-AF3D-1A31D8F6302A}" srcOrd="4" destOrd="0" presId="urn:microsoft.com/office/officeart/2008/layout/LinedList"/>
    <dgm:cxn modelId="{320903F4-1895-41EA-9297-9C84B6F7B183}" type="presParOf" srcId="{383BB250-2D35-4555-93E1-44A746C8F4C0}" destId="{01D8581D-47AF-4F00-8CEA-9448A6CA5834}" srcOrd="5" destOrd="0" presId="urn:microsoft.com/office/officeart/2008/layout/LinedList"/>
    <dgm:cxn modelId="{FC5416CC-E1B8-413A-8192-D75DFFBA9722}" type="presParOf" srcId="{01D8581D-47AF-4F00-8CEA-9448A6CA5834}" destId="{D7A3FD1C-D4DF-43D7-9F5F-CE4ACC0793C1}" srcOrd="0" destOrd="0" presId="urn:microsoft.com/office/officeart/2008/layout/LinedList"/>
    <dgm:cxn modelId="{75AEBA5E-DC5A-4332-B77F-18A1869739B8}" type="presParOf" srcId="{01D8581D-47AF-4F00-8CEA-9448A6CA5834}" destId="{9A0DCA3C-9D46-4603-91F3-DCDFDA0BFF48}" srcOrd="1" destOrd="0" presId="urn:microsoft.com/office/officeart/2008/layout/LinedList"/>
    <dgm:cxn modelId="{DAED3BF0-72F4-441A-BB93-342FC701A6AF}" type="presParOf" srcId="{383BB250-2D35-4555-93E1-44A746C8F4C0}" destId="{933AA2E3-F89D-494C-96A0-A90D8845C66C}" srcOrd="6" destOrd="0" presId="urn:microsoft.com/office/officeart/2008/layout/LinedList"/>
    <dgm:cxn modelId="{D2601AB9-30B3-44DD-BE5A-D1739B9E0A26}" type="presParOf" srcId="{383BB250-2D35-4555-93E1-44A746C8F4C0}" destId="{8A4D0355-393D-45B2-990F-0CD03A6A41E6}" srcOrd="7" destOrd="0" presId="urn:microsoft.com/office/officeart/2008/layout/LinedList"/>
    <dgm:cxn modelId="{C53C5474-92E0-45E2-AA50-EDDD978A1841}" type="presParOf" srcId="{8A4D0355-393D-45B2-990F-0CD03A6A41E6}" destId="{687508FE-7F3E-470B-AF88-FC3FD2992D62}" srcOrd="0" destOrd="0" presId="urn:microsoft.com/office/officeart/2008/layout/LinedList"/>
    <dgm:cxn modelId="{53AEF5A6-9095-4259-BCB9-9A3615FE1D3D}" type="presParOf" srcId="{8A4D0355-393D-45B2-990F-0CD03A6A41E6}" destId="{71B5A3B2-AEF8-43EE-AEC0-652F3C5A076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8E62A30-465A-4F26-ACDF-0D053C7284C2}" type="doc">
      <dgm:prSet loTypeId="urn:microsoft.com/office/officeart/2008/layout/LinedList" loCatId="list" qsTypeId="urn:microsoft.com/office/officeart/2005/8/quickstyle/simple1#60" qsCatId="simple" csTypeId="urn:microsoft.com/office/officeart/2005/8/colors/accent4_2#4" csCatId="accent4"/>
      <dgm:spPr/>
      <dgm:t>
        <a:bodyPr/>
        <a:lstStyle/>
        <a:p>
          <a:endParaRPr lang="en-US"/>
        </a:p>
      </dgm:t>
    </dgm:pt>
    <dgm:pt modelId="{E21E484F-D69A-45D7-A837-B17317418287}">
      <dgm:prSet/>
      <dgm:spPr/>
      <dgm:t>
        <a:bodyPr/>
        <a:lstStyle/>
        <a:p>
          <a:r>
            <a:rPr lang="en-IN" b="1"/>
            <a:t>TF-IDF:</a:t>
          </a:r>
          <a:r>
            <a:rPr lang="en-IN"/>
            <a:t> Converts text into numerical representations for comparison.</a:t>
          </a:r>
          <a:endParaRPr lang="en-US"/>
        </a:p>
      </dgm:t>
    </dgm:pt>
    <dgm:pt modelId="{03125C8F-32EA-4FFD-9667-F4EAD3728450}" type="parTrans" cxnId="{BE545676-6C99-45F2-886F-677E10D29A68}">
      <dgm:prSet/>
      <dgm:spPr/>
      <dgm:t>
        <a:bodyPr/>
        <a:lstStyle/>
        <a:p>
          <a:endParaRPr lang="en-US"/>
        </a:p>
      </dgm:t>
    </dgm:pt>
    <dgm:pt modelId="{E825A228-3BC1-42D1-A0DA-41933B8961C3}" type="sibTrans" cxnId="{BE545676-6C99-45F2-886F-677E10D29A68}">
      <dgm:prSet/>
      <dgm:spPr/>
      <dgm:t>
        <a:bodyPr/>
        <a:lstStyle/>
        <a:p>
          <a:endParaRPr lang="en-US"/>
        </a:p>
      </dgm:t>
    </dgm:pt>
    <dgm:pt modelId="{40189466-DEAB-46D2-847E-1236432725AA}">
      <dgm:prSet/>
      <dgm:spPr/>
      <dgm:t>
        <a:bodyPr/>
        <a:lstStyle/>
        <a:p>
          <a:r>
            <a:rPr lang="en-IN" b="1"/>
            <a:t>Cosine Similarity:</a:t>
          </a:r>
          <a:r>
            <a:rPr lang="en-IN"/>
            <a:t> Finds relevant knowledge-base information for an employee request.</a:t>
          </a:r>
          <a:endParaRPr lang="en-US"/>
        </a:p>
      </dgm:t>
    </dgm:pt>
    <dgm:pt modelId="{90B19AD0-EE4C-4A9C-AF19-1C72D0661E5F}" type="parTrans" cxnId="{3F97AC2F-6F6D-4EB7-83C1-4B170108A863}">
      <dgm:prSet/>
      <dgm:spPr/>
      <dgm:t>
        <a:bodyPr/>
        <a:lstStyle/>
        <a:p>
          <a:endParaRPr lang="en-US"/>
        </a:p>
      </dgm:t>
    </dgm:pt>
    <dgm:pt modelId="{93B418FB-87E0-4FAF-9E3E-63CE147A81EC}" type="sibTrans" cxnId="{3F97AC2F-6F6D-4EB7-83C1-4B170108A863}">
      <dgm:prSet/>
      <dgm:spPr/>
      <dgm:t>
        <a:bodyPr/>
        <a:lstStyle/>
        <a:p>
          <a:endParaRPr lang="en-US"/>
        </a:p>
      </dgm:t>
    </dgm:pt>
    <dgm:pt modelId="{57662392-8E30-4AF6-8ABF-CB0D1463A254}">
      <dgm:prSet/>
      <dgm:spPr/>
      <dgm:t>
        <a:bodyPr/>
        <a:lstStyle/>
        <a:p>
          <a:r>
            <a:rPr lang="en-IN" b="1"/>
            <a:t>Classification &amp; Confidence:</a:t>
          </a:r>
          <a:r>
            <a:rPr lang="en-IN"/>
            <a:t> Identifies issue categories and estimates processing confidence.</a:t>
          </a:r>
          <a:endParaRPr lang="en-US"/>
        </a:p>
      </dgm:t>
    </dgm:pt>
    <dgm:pt modelId="{C5B85645-0E8A-4EEA-A849-245F7B17E0B6}" type="parTrans" cxnId="{6597261F-3AA4-4223-9358-3B8806EE2511}">
      <dgm:prSet/>
      <dgm:spPr/>
      <dgm:t>
        <a:bodyPr/>
        <a:lstStyle/>
        <a:p>
          <a:endParaRPr lang="en-US"/>
        </a:p>
      </dgm:t>
    </dgm:pt>
    <dgm:pt modelId="{5717E128-48F9-49AA-ABDF-F38CC0BE3407}" type="sibTrans" cxnId="{6597261F-3AA4-4223-9358-3B8806EE2511}">
      <dgm:prSet/>
      <dgm:spPr/>
      <dgm:t>
        <a:bodyPr/>
        <a:lstStyle/>
        <a:p>
          <a:endParaRPr lang="en-US"/>
        </a:p>
      </dgm:t>
    </dgm:pt>
    <dgm:pt modelId="{8388911A-22A1-4A3F-B351-6FA023D09DF2}">
      <dgm:prSet/>
      <dgm:spPr/>
      <dgm:t>
        <a:bodyPr/>
        <a:lstStyle/>
        <a:p>
          <a:r>
            <a:rPr lang="en-IN" b="1"/>
            <a:t>Decision Engine:</a:t>
          </a:r>
          <a:r>
            <a:rPr lang="en-IN"/>
            <a:t> Determines whether to resolve, clarify, escalate or require approval.</a:t>
          </a:r>
          <a:endParaRPr lang="en-US"/>
        </a:p>
      </dgm:t>
    </dgm:pt>
    <dgm:pt modelId="{BB21C08A-B507-4111-BC40-EC1E315918C6}" type="parTrans" cxnId="{119591A5-57A4-478C-8BC3-493E1018B6DF}">
      <dgm:prSet/>
      <dgm:spPr/>
      <dgm:t>
        <a:bodyPr/>
        <a:lstStyle/>
        <a:p>
          <a:endParaRPr lang="en-US"/>
        </a:p>
      </dgm:t>
    </dgm:pt>
    <dgm:pt modelId="{CFB56D24-CE51-496B-B576-0B7223BFB068}" type="sibTrans" cxnId="{119591A5-57A4-478C-8BC3-493E1018B6DF}">
      <dgm:prSet/>
      <dgm:spPr/>
      <dgm:t>
        <a:bodyPr/>
        <a:lstStyle/>
        <a:p>
          <a:endParaRPr lang="en-US"/>
        </a:p>
      </dgm:t>
    </dgm:pt>
    <dgm:pt modelId="{85387989-99D8-490D-A89E-D9414564577F}" type="pres">
      <dgm:prSet presAssocID="{08E62A30-465A-4F26-ACDF-0D053C7284C2}" presName="vert0" presStyleCnt="0">
        <dgm:presLayoutVars>
          <dgm:dir/>
          <dgm:animOne val="branch"/>
          <dgm:animLvl val="lvl"/>
        </dgm:presLayoutVars>
      </dgm:prSet>
      <dgm:spPr/>
    </dgm:pt>
    <dgm:pt modelId="{1AA08AFC-51BD-4BDE-9667-49A731AB95F1}" type="pres">
      <dgm:prSet presAssocID="{E21E484F-D69A-45D7-A837-B17317418287}" presName="thickLine" presStyleLbl="alignNode1" presStyleIdx="0" presStyleCnt="4"/>
      <dgm:spPr/>
    </dgm:pt>
    <dgm:pt modelId="{AB487020-BADA-469A-8595-8016722EC875}" type="pres">
      <dgm:prSet presAssocID="{E21E484F-D69A-45D7-A837-B17317418287}" presName="horz1" presStyleCnt="0"/>
      <dgm:spPr/>
    </dgm:pt>
    <dgm:pt modelId="{6DC1E8E5-8367-4B9F-932B-87CE48FA3A76}" type="pres">
      <dgm:prSet presAssocID="{E21E484F-D69A-45D7-A837-B17317418287}" presName="tx1" presStyleLbl="revTx" presStyleIdx="0" presStyleCnt="4"/>
      <dgm:spPr/>
    </dgm:pt>
    <dgm:pt modelId="{FECE7D72-A363-4B80-BCBD-9449B22E3842}" type="pres">
      <dgm:prSet presAssocID="{E21E484F-D69A-45D7-A837-B17317418287}" presName="vert1" presStyleCnt="0"/>
      <dgm:spPr/>
    </dgm:pt>
    <dgm:pt modelId="{59B51515-5EE9-42EC-95C0-084616A8A277}" type="pres">
      <dgm:prSet presAssocID="{40189466-DEAB-46D2-847E-1236432725AA}" presName="thickLine" presStyleLbl="alignNode1" presStyleIdx="1" presStyleCnt="4"/>
      <dgm:spPr/>
    </dgm:pt>
    <dgm:pt modelId="{DB57E1FE-BE61-4125-8B86-487B89764C5D}" type="pres">
      <dgm:prSet presAssocID="{40189466-DEAB-46D2-847E-1236432725AA}" presName="horz1" presStyleCnt="0"/>
      <dgm:spPr/>
    </dgm:pt>
    <dgm:pt modelId="{1706721B-FADB-4061-BDAF-D4A638AE468B}" type="pres">
      <dgm:prSet presAssocID="{40189466-DEAB-46D2-847E-1236432725AA}" presName="tx1" presStyleLbl="revTx" presStyleIdx="1" presStyleCnt="4"/>
      <dgm:spPr/>
    </dgm:pt>
    <dgm:pt modelId="{6232100E-5E4A-43B8-A1D5-F82CC1A40B48}" type="pres">
      <dgm:prSet presAssocID="{40189466-DEAB-46D2-847E-1236432725AA}" presName="vert1" presStyleCnt="0"/>
      <dgm:spPr/>
    </dgm:pt>
    <dgm:pt modelId="{9A68337E-BFB9-4CD6-995A-93CF09DF1B95}" type="pres">
      <dgm:prSet presAssocID="{57662392-8E30-4AF6-8ABF-CB0D1463A254}" presName="thickLine" presStyleLbl="alignNode1" presStyleIdx="2" presStyleCnt="4"/>
      <dgm:spPr/>
    </dgm:pt>
    <dgm:pt modelId="{E2648D89-8AB6-49BD-AB78-BE76BDBA7C3C}" type="pres">
      <dgm:prSet presAssocID="{57662392-8E30-4AF6-8ABF-CB0D1463A254}" presName="horz1" presStyleCnt="0"/>
      <dgm:spPr/>
    </dgm:pt>
    <dgm:pt modelId="{05B80F90-F2B2-4105-A28F-CDABD1CFDF9E}" type="pres">
      <dgm:prSet presAssocID="{57662392-8E30-4AF6-8ABF-CB0D1463A254}" presName="tx1" presStyleLbl="revTx" presStyleIdx="2" presStyleCnt="4"/>
      <dgm:spPr/>
    </dgm:pt>
    <dgm:pt modelId="{D930749D-137A-452F-A253-80375B2F8612}" type="pres">
      <dgm:prSet presAssocID="{57662392-8E30-4AF6-8ABF-CB0D1463A254}" presName="vert1" presStyleCnt="0"/>
      <dgm:spPr/>
    </dgm:pt>
    <dgm:pt modelId="{0B8FEFEC-2C4C-47AC-8A6A-9AF0205160C5}" type="pres">
      <dgm:prSet presAssocID="{8388911A-22A1-4A3F-B351-6FA023D09DF2}" presName="thickLine" presStyleLbl="alignNode1" presStyleIdx="3" presStyleCnt="4"/>
      <dgm:spPr/>
    </dgm:pt>
    <dgm:pt modelId="{750E3F02-4674-446E-936E-9E09278160BD}" type="pres">
      <dgm:prSet presAssocID="{8388911A-22A1-4A3F-B351-6FA023D09DF2}" presName="horz1" presStyleCnt="0"/>
      <dgm:spPr/>
    </dgm:pt>
    <dgm:pt modelId="{AE47674D-8A5A-4A62-B809-9124F6DE28D6}" type="pres">
      <dgm:prSet presAssocID="{8388911A-22A1-4A3F-B351-6FA023D09DF2}" presName="tx1" presStyleLbl="revTx" presStyleIdx="3" presStyleCnt="4"/>
      <dgm:spPr/>
    </dgm:pt>
    <dgm:pt modelId="{17A07133-D29E-4E97-BB9D-4213D153109B}" type="pres">
      <dgm:prSet presAssocID="{8388911A-22A1-4A3F-B351-6FA023D09DF2}" presName="vert1" presStyleCnt="0"/>
      <dgm:spPr/>
    </dgm:pt>
  </dgm:ptLst>
  <dgm:cxnLst>
    <dgm:cxn modelId="{6597261F-3AA4-4223-9358-3B8806EE2511}" srcId="{08E62A30-465A-4F26-ACDF-0D053C7284C2}" destId="{57662392-8E30-4AF6-8ABF-CB0D1463A254}" srcOrd="2" destOrd="0" parTransId="{C5B85645-0E8A-4EEA-A849-245F7B17E0B6}" sibTransId="{5717E128-48F9-49AA-ABDF-F38CC0BE3407}"/>
    <dgm:cxn modelId="{3F97AC2F-6F6D-4EB7-83C1-4B170108A863}" srcId="{08E62A30-465A-4F26-ACDF-0D053C7284C2}" destId="{40189466-DEAB-46D2-847E-1236432725AA}" srcOrd="1" destOrd="0" parTransId="{90B19AD0-EE4C-4A9C-AF19-1C72D0661E5F}" sibTransId="{93B418FB-87E0-4FAF-9E3E-63CE147A81EC}"/>
    <dgm:cxn modelId="{A035435F-3971-4EEB-9CDD-B632CACCD2BE}" type="presOf" srcId="{57662392-8E30-4AF6-8ABF-CB0D1463A254}" destId="{05B80F90-F2B2-4105-A28F-CDABD1CFDF9E}" srcOrd="0" destOrd="0" presId="urn:microsoft.com/office/officeart/2008/layout/LinedList"/>
    <dgm:cxn modelId="{BE545676-6C99-45F2-886F-677E10D29A68}" srcId="{08E62A30-465A-4F26-ACDF-0D053C7284C2}" destId="{E21E484F-D69A-45D7-A837-B17317418287}" srcOrd="0" destOrd="0" parTransId="{03125C8F-32EA-4FFD-9667-F4EAD3728450}" sibTransId="{E825A228-3BC1-42D1-A0DA-41933B8961C3}"/>
    <dgm:cxn modelId="{9CA66E80-A7DF-4A9E-9930-1B849C175FE8}" type="presOf" srcId="{8388911A-22A1-4A3F-B351-6FA023D09DF2}" destId="{AE47674D-8A5A-4A62-B809-9124F6DE28D6}" srcOrd="0" destOrd="0" presId="urn:microsoft.com/office/officeart/2008/layout/LinedList"/>
    <dgm:cxn modelId="{33B4AE82-A291-4CF1-BB01-D916EE144F7B}" type="presOf" srcId="{40189466-DEAB-46D2-847E-1236432725AA}" destId="{1706721B-FADB-4061-BDAF-D4A638AE468B}" srcOrd="0" destOrd="0" presId="urn:microsoft.com/office/officeart/2008/layout/LinedList"/>
    <dgm:cxn modelId="{119591A5-57A4-478C-8BC3-493E1018B6DF}" srcId="{08E62A30-465A-4F26-ACDF-0D053C7284C2}" destId="{8388911A-22A1-4A3F-B351-6FA023D09DF2}" srcOrd="3" destOrd="0" parTransId="{BB21C08A-B507-4111-BC40-EC1E315918C6}" sibTransId="{CFB56D24-CE51-496B-B576-0B7223BFB068}"/>
    <dgm:cxn modelId="{897005C1-0F90-4075-872C-8EBA4B719A88}" type="presOf" srcId="{08E62A30-465A-4F26-ACDF-0D053C7284C2}" destId="{85387989-99D8-490D-A89E-D9414564577F}" srcOrd="0" destOrd="0" presId="urn:microsoft.com/office/officeart/2008/layout/LinedList"/>
    <dgm:cxn modelId="{73CBF9CF-F71B-4447-B84F-6717F9A6251D}" type="presOf" srcId="{E21E484F-D69A-45D7-A837-B17317418287}" destId="{6DC1E8E5-8367-4B9F-932B-87CE48FA3A76}" srcOrd="0" destOrd="0" presId="urn:microsoft.com/office/officeart/2008/layout/LinedList"/>
    <dgm:cxn modelId="{2A322C42-AE89-4E66-AB1D-727EDFC6CA98}" type="presParOf" srcId="{85387989-99D8-490D-A89E-D9414564577F}" destId="{1AA08AFC-51BD-4BDE-9667-49A731AB95F1}" srcOrd="0" destOrd="0" presId="urn:microsoft.com/office/officeart/2008/layout/LinedList"/>
    <dgm:cxn modelId="{CC5F57F9-2ECA-47BA-8672-DF060A3FD0BB}" type="presParOf" srcId="{85387989-99D8-490D-A89E-D9414564577F}" destId="{AB487020-BADA-469A-8595-8016722EC875}" srcOrd="1" destOrd="0" presId="urn:microsoft.com/office/officeart/2008/layout/LinedList"/>
    <dgm:cxn modelId="{774E0E83-8E2A-496A-93A2-6D9D484D23B8}" type="presParOf" srcId="{AB487020-BADA-469A-8595-8016722EC875}" destId="{6DC1E8E5-8367-4B9F-932B-87CE48FA3A76}" srcOrd="0" destOrd="0" presId="urn:microsoft.com/office/officeart/2008/layout/LinedList"/>
    <dgm:cxn modelId="{29CF7A5F-ECC0-4421-A13A-B86A8770C377}" type="presParOf" srcId="{AB487020-BADA-469A-8595-8016722EC875}" destId="{FECE7D72-A363-4B80-BCBD-9449B22E3842}" srcOrd="1" destOrd="0" presId="urn:microsoft.com/office/officeart/2008/layout/LinedList"/>
    <dgm:cxn modelId="{4E37D4FC-FDFC-48E7-B3CC-9667F3CDD8C2}" type="presParOf" srcId="{85387989-99D8-490D-A89E-D9414564577F}" destId="{59B51515-5EE9-42EC-95C0-084616A8A277}" srcOrd="2" destOrd="0" presId="urn:microsoft.com/office/officeart/2008/layout/LinedList"/>
    <dgm:cxn modelId="{39D2C899-4147-49C6-AC7F-2DD198ACDAAC}" type="presParOf" srcId="{85387989-99D8-490D-A89E-D9414564577F}" destId="{DB57E1FE-BE61-4125-8B86-487B89764C5D}" srcOrd="3" destOrd="0" presId="urn:microsoft.com/office/officeart/2008/layout/LinedList"/>
    <dgm:cxn modelId="{B093B28E-8840-49A2-A44E-C4F40F70C4CB}" type="presParOf" srcId="{DB57E1FE-BE61-4125-8B86-487B89764C5D}" destId="{1706721B-FADB-4061-BDAF-D4A638AE468B}" srcOrd="0" destOrd="0" presId="urn:microsoft.com/office/officeart/2008/layout/LinedList"/>
    <dgm:cxn modelId="{BBE2F890-304F-4981-A9F0-B3A55CE24C79}" type="presParOf" srcId="{DB57E1FE-BE61-4125-8B86-487B89764C5D}" destId="{6232100E-5E4A-43B8-A1D5-F82CC1A40B48}" srcOrd="1" destOrd="0" presId="urn:microsoft.com/office/officeart/2008/layout/LinedList"/>
    <dgm:cxn modelId="{EB72EAC7-6D47-47FA-9C42-D9356337A936}" type="presParOf" srcId="{85387989-99D8-490D-A89E-D9414564577F}" destId="{9A68337E-BFB9-4CD6-995A-93CF09DF1B95}" srcOrd="4" destOrd="0" presId="urn:microsoft.com/office/officeart/2008/layout/LinedList"/>
    <dgm:cxn modelId="{A7875F4A-69D3-4BEF-8429-B761601C32BC}" type="presParOf" srcId="{85387989-99D8-490D-A89E-D9414564577F}" destId="{E2648D89-8AB6-49BD-AB78-BE76BDBA7C3C}" srcOrd="5" destOrd="0" presId="urn:microsoft.com/office/officeart/2008/layout/LinedList"/>
    <dgm:cxn modelId="{F994FBC0-1FA4-4E9A-B466-231369077911}" type="presParOf" srcId="{E2648D89-8AB6-49BD-AB78-BE76BDBA7C3C}" destId="{05B80F90-F2B2-4105-A28F-CDABD1CFDF9E}" srcOrd="0" destOrd="0" presId="urn:microsoft.com/office/officeart/2008/layout/LinedList"/>
    <dgm:cxn modelId="{21CFBB96-D340-4B46-8BD1-786B98515E87}" type="presParOf" srcId="{E2648D89-8AB6-49BD-AB78-BE76BDBA7C3C}" destId="{D930749D-137A-452F-A253-80375B2F8612}" srcOrd="1" destOrd="0" presId="urn:microsoft.com/office/officeart/2008/layout/LinedList"/>
    <dgm:cxn modelId="{CE25D307-3BE1-40CF-9BA7-14DF15E67187}" type="presParOf" srcId="{85387989-99D8-490D-A89E-D9414564577F}" destId="{0B8FEFEC-2C4C-47AC-8A6A-9AF0205160C5}" srcOrd="6" destOrd="0" presId="urn:microsoft.com/office/officeart/2008/layout/LinedList"/>
    <dgm:cxn modelId="{61B3B7F7-5C6C-418A-97D8-A435EBED1087}" type="presParOf" srcId="{85387989-99D8-490D-A89E-D9414564577F}" destId="{750E3F02-4674-446E-936E-9E09278160BD}" srcOrd="7" destOrd="0" presId="urn:microsoft.com/office/officeart/2008/layout/LinedList"/>
    <dgm:cxn modelId="{795B094F-75D8-45F0-937A-670C3B66768F}" type="presParOf" srcId="{750E3F02-4674-446E-936E-9E09278160BD}" destId="{AE47674D-8A5A-4A62-B809-9124F6DE28D6}" srcOrd="0" destOrd="0" presId="urn:microsoft.com/office/officeart/2008/layout/LinedList"/>
    <dgm:cxn modelId="{E16C20EE-5052-4DC4-A835-AD4158C5A5E7}" type="presParOf" srcId="{750E3F02-4674-446E-936E-9E09278160BD}" destId="{17A07133-D29E-4E97-BB9D-4213D153109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B617416-6199-4B9B-869F-E714AC8EA101}" type="doc">
      <dgm:prSet loTypeId="urn:microsoft.com/office/officeart/2008/layout/LinedList" loCatId="list" qsTypeId="urn:microsoft.com/office/officeart/2005/8/quickstyle/simple1#69" qsCatId="simple" csTypeId="urn:microsoft.com/office/officeart/2005/8/colors/accent4_2#6" csCatId="accent4"/>
      <dgm:spPr/>
      <dgm:t>
        <a:bodyPr/>
        <a:lstStyle/>
        <a:p>
          <a:endParaRPr lang="en-US"/>
        </a:p>
      </dgm:t>
    </dgm:pt>
    <dgm:pt modelId="{729077EF-DB82-48C7-9F86-1C45ADC70A94}">
      <dgm:prSet/>
      <dgm:spPr/>
      <dgm:t>
        <a:bodyPr/>
        <a:lstStyle/>
        <a:p>
          <a:r>
            <a:rPr lang="en-IN" b="1"/>
            <a:t>Scikit-learn:</a:t>
          </a:r>
          <a:r>
            <a:rPr lang="en-IN"/>
            <a:t> Used for text processing, TF-IDF and similarity-based retrieval.</a:t>
          </a:r>
          <a:endParaRPr lang="en-US"/>
        </a:p>
      </dgm:t>
    </dgm:pt>
    <dgm:pt modelId="{9A542774-5DA6-4F03-9845-FBF4CE7157A3}" type="parTrans" cxnId="{E70494C1-6D45-475D-A79B-CC2E66EC805E}">
      <dgm:prSet/>
      <dgm:spPr/>
      <dgm:t>
        <a:bodyPr/>
        <a:lstStyle/>
        <a:p>
          <a:endParaRPr lang="en-US"/>
        </a:p>
      </dgm:t>
    </dgm:pt>
    <dgm:pt modelId="{1940F5E6-77E0-4506-B8B4-C1A9CD9E95FD}" type="sibTrans" cxnId="{E70494C1-6D45-475D-A79B-CC2E66EC805E}">
      <dgm:prSet/>
      <dgm:spPr/>
      <dgm:t>
        <a:bodyPr/>
        <a:lstStyle/>
        <a:p>
          <a:endParaRPr lang="en-US"/>
        </a:p>
      </dgm:t>
    </dgm:pt>
    <dgm:pt modelId="{F0008BD2-6AE0-46C4-94C9-08DBF8235ADC}">
      <dgm:prSet/>
      <dgm:spPr/>
      <dgm:t>
        <a:bodyPr/>
        <a:lstStyle/>
        <a:p>
          <a:r>
            <a:rPr lang="en-IN" b="1"/>
            <a:t>ChatGPT:</a:t>
          </a:r>
          <a:r>
            <a:rPr lang="en-IN"/>
            <a:t> Used during development for architecture planning, coding, debugging and documentation.</a:t>
          </a:r>
          <a:endParaRPr lang="en-US"/>
        </a:p>
      </dgm:t>
    </dgm:pt>
    <dgm:pt modelId="{AC27B46A-C576-45F4-9013-9F9292D66FE0}" type="parTrans" cxnId="{DBAE3DF4-3687-4B30-8C66-FA59405C4F75}">
      <dgm:prSet/>
      <dgm:spPr/>
      <dgm:t>
        <a:bodyPr/>
        <a:lstStyle/>
        <a:p>
          <a:endParaRPr lang="en-US"/>
        </a:p>
      </dgm:t>
    </dgm:pt>
    <dgm:pt modelId="{38C84EE1-EB8A-40E0-8997-AC69385B2896}" type="sibTrans" cxnId="{DBAE3DF4-3687-4B30-8C66-FA59405C4F75}">
      <dgm:prSet/>
      <dgm:spPr/>
      <dgm:t>
        <a:bodyPr/>
        <a:lstStyle/>
        <a:p>
          <a:endParaRPr lang="en-US"/>
        </a:p>
      </dgm:t>
    </dgm:pt>
    <dgm:pt modelId="{C7FCD6DB-AE4A-40CC-867E-62CC1657CC12}">
      <dgm:prSet/>
      <dgm:spPr/>
      <dgm:t>
        <a:bodyPr/>
        <a:lstStyle/>
        <a:p>
          <a:r>
            <a:rPr lang="en-IN" b="1"/>
            <a:t>VS Code + GitHub:</a:t>
          </a:r>
          <a:r>
            <a:rPr lang="en-IN"/>
            <a:t> Used for development, version control and project management.</a:t>
          </a:r>
          <a:endParaRPr lang="en-US"/>
        </a:p>
      </dgm:t>
    </dgm:pt>
    <dgm:pt modelId="{9DC56B5A-D45B-4763-85BB-62FCE3ADE7C6}" type="parTrans" cxnId="{E31EB0CB-8AD5-46DB-B3A6-63BF098FB72D}">
      <dgm:prSet/>
      <dgm:spPr/>
      <dgm:t>
        <a:bodyPr/>
        <a:lstStyle/>
        <a:p>
          <a:endParaRPr lang="en-US"/>
        </a:p>
      </dgm:t>
    </dgm:pt>
    <dgm:pt modelId="{69E489C6-4F0A-4CC2-9DB3-DA2AE1D79149}" type="sibTrans" cxnId="{E31EB0CB-8AD5-46DB-B3A6-63BF098FB72D}">
      <dgm:prSet/>
      <dgm:spPr/>
      <dgm:t>
        <a:bodyPr/>
        <a:lstStyle/>
        <a:p>
          <a:endParaRPr lang="en-US"/>
        </a:p>
      </dgm:t>
    </dgm:pt>
    <dgm:pt modelId="{341D395C-F66E-4F9D-9B40-9CC598F3AE99}" type="pres">
      <dgm:prSet presAssocID="{5B617416-6199-4B9B-869F-E714AC8EA101}" presName="vert0" presStyleCnt="0">
        <dgm:presLayoutVars>
          <dgm:dir/>
          <dgm:animOne val="branch"/>
          <dgm:animLvl val="lvl"/>
        </dgm:presLayoutVars>
      </dgm:prSet>
      <dgm:spPr/>
    </dgm:pt>
    <dgm:pt modelId="{76A7E38F-AE1F-4998-8893-C84123051FE1}" type="pres">
      <dgm:prSet presAssocID="{729077EF-DB82-48C7-9F86-1C45ADC70A94}" presName="thickLine" presStyleLbl="alignNode1" presStyleIdx="0" presStyleCnt="3"/>
      <dgm:spPr/>
    </dgm:pt>
    <dgm:pt modelId="{1DEFF463-5944-440D-B29D-3025FF5DF59C}" type="pres">
      <dgm:prSet presAssocID="{729077EF-DB82-48C7-9F86-1C45ADC70A94}" presName="horz1" presStyleCnt="0"/>
      <dgm:spPr/>
    </dgm:pt>
    <dgm:pt modelId="{EABE900D-E155-41D1-8238-3F242CDAA35D}" type="pres">
      <dgm:prSet presAssocID="{729077EF-DB82-48C7-9F86-1C45ADC70A94}" presName="tx1" presStyleLbl="revTx" presStyleIdx="0" presStyleCnt="3"/>
      <dgm:spPr/>
    </dgm:pt>
    <dgm:pt modelId="{CF08EFA1-FF5F-4A92-BF61-2884D0873150}" type="pres">
      <dgm:prSet presAssocID="{729077EF-DB82-48C7-9F86-1C45ADC70A94}" presName="vert1" presStyleCnt="0"/>
      <dgm:spPr/>
    </dgm:pt>
    <dgm:pt modelId="{977FAA97-BF3B-4300-A3FC-7E7FD286BDE1}" type="pres">
      <dgm:prSet presAssocID="{F0008BD2-6AE0-46C4-94C9-08DBF8235ADC}" presName="thickLine" presStyleLbl="alignNode1" presStyleIdx="1" presStyleCnt="3"/>
      <dgm:spPr/>
    </dgm:pt>
    <dgm:pt modelId="{AF08B91C-6104-4C4F-BDDD-7A7B25C1ED4F}" type="pres">
      <dgm:prSet presAssocID="{F0008BD2-6AE0-46C4-94C9-08DBF8235ADC}" presName="horz1" presStyleCnt="0"/>
      <dgm:spPr/>
    </dgm:pt>
    <dgm:pt modelId="{447E2EE8-533D-4ED2-84DA-62968C380CB4}" type="pres">
      <dgm:prSet presAssocID="{F0008BD2-6AE0-46C4-94C9-08DBF8235ADC}" presName="tx1" presStyleLbl="revTx" presStyleIdx="1" presStyleCnt="3"/>
      <dgm:spPr/>
    </dgm:pt>
    <dgm:pt modelId="{E583547A-D1C8-4E20-A401-117595972F55}" type="pres">
      <dgm:prSet presAssocID="{F0008BD2-6AE0-46C4-94C9-08DBF8235ADC}" presName="vert1" presStyleCnt="0"/>
      <dgm:spPr/>
    </dgm:pt>
    <dgm:pt modelId="{B4511910-B6EF-4B9C-A6F1-E3DD061B615D}" type="pres">
      <dgm:prSet presAssocID="{C7FCD6DB-AE4A-40CC-867E-62CC1657CC12}" presName="thickLine" presStyleLbl="alignNode1" presStyleIdx="2" presStyleCnt="3"/>
      <dgm:spPr/>
    </dgm:pt>
    <dgm:pt modelId="{BCDCA98A-7857-4569-B828-6D0E66CEC29C}" type="pres">
      <dgm:prSet presAssocID="{C7FCD6DB-AE4A-40CC-867E-62CC1657CC12}" presName="horz1" presStyleCnt="0"/>
      <dgm:spPr/>
    </dgm:pt>
    <dgm:pt modelId="{A4316161-F728-4789-B824-250F56DC49D7}" type="pres">
      <dgm:prSet presAssocID="{C7FCD6DB-AE4A-40CC-867E-62CC1657CC12}" presName="tx1" presStyleLbl="revTx" presStyleIdx="2" presStyleCnt="3"/>
      <dgm:spPr/>
    </dgm:pt>
    <dgm:pt modelId="{6E4384A5-3506-4E69-9BBE-D0882E7CAE7B}" type="pres">
      <dgm:prSet presAssocID="{C7FCD6DB-AE4A-40CC-867E-62CC1657CC12}" presName="vert1" presStyleCnt="0"/>
      <dgm:spPr/>
    </dgm:pt>
  </dgm:ptLst>
  <dgm:cxnLst>
    <dgm:cxn modelId="{4B42EB26-EFD4-4AAF-B36E-778960050518}" type="presOf" srcId="{5B617416-6199-4B9B-869F-E714AC8EA101}" destId="{341D395C-F66E-4F9D-9B40-9CC598F3AE99}" srcOrd="0" destOrd="0" presId="urn:microsoft.com/office/officeart/2008/layout/LinedList"/>
    <dgm:cxn modelId="{2FFDC6A3-AAF1-4ADF-AE5D-15EFFEF69569}" type="presOf" srcId="{729077EF-DB82-48C7-9F86-1C45ADC70A94}" destId="{EABE900D-E155-41D1-8238-3F242CDAA35D}" srcOrd="0" destOrd="0" presId="urn:microsoft.com/office/officeart/2008/layout/LinedList"/>
    <dgm:cxn modelId="{E1074EAD-4418-468E-8DB5-237BCA73A94F}" type="presOf" srcId="{F0008BD2-6AE0-46C4-94C9-08DBF8235ADC}" destId="{447E2EE8-533D-4ED2-84DA-62968C380CB4}" srcOrd="0" destOrd="0" presId="urn:microsoft.com/office/officeart/2008/layout/LinedList"/>
    <dgm:cxn modelId="{E70494C1-6D45-475D-A79B-CC2E66EC805E}" srcId="{5B617416-6199-4B9B-869F-E714AC8EA101}" destId="{729077EF-DB82-48C7-9F86-1C45ADC70A94}" srcOrd="0" destOrd="0" parTransId="{9A542774-5DA6-4F03-9845-FBF4CE7157A3}" sibTransId="{1940F5E6-77E0-4506-B8B4-C1A9CD9E95FD}"/>
    <dgm:cxn modelId="{E31EB0CB-8AD5-46DB-B3A6-63BF098FB72D}" srcId="{5B617416-6199-4B9B-869F-E714AC8EA101}" destId="{C7FCD6DB-AE4A-40CC-867E-62CC1657CC12}" srcOrd="2" destOrd="0" parTransId="{9DC56B5A-D45B-4763-85BB-62FCE3ADE7C6}" sibTransId="{69E489C6-4F0A-4CC2-9DB3-DA2AE1D79149}"/>
    <dgm:cxn modelId="{367F5BED-88A5-4A2B-AC6A-0AE9C75A6BCF}" type="presOf" srcId="{C7FCD6DB-AE4A-40CC-867E-62CC1657CC12}" destId="{A4316161-F728-4789-B824-250F56DC49D7}" srcOrd="0" destOrd="0" presId="urn:microsoft.com/office/officeart/2008/layout/LinedList"/>
    <dgm:cxn modelId="{DBAE3DF4-3687-4B30-8C66-FA59405C4F75}" srcId="{5B617416-6199-4B9B-869F-E714AC8EA101}" destId="{F0008BD2-6AE0-46C4-94C9-08DBF8235ADC}" srcOrd="1" destOrd="0" parTransId="{AC27B46A-C576-45F4-9013-9F9292D66FE0}" sibTransId="{38C84EE1-EB8A-40E0-8997-AC69385B2896}"/>
    <dgm:cxn modelId="{090F2BB7-9EEF-4EC6-B12C-7FBE6CDE0C2B}" type="presParOf" srcId="{341D395C-F66E-4F9D-9B40-9CC598F3AE99}" destId="{76A7E38F-AE1F-4998-8893-C84123051FE1}" srcOrd="0" destOrd="0" presId="urn:microsoft.com/office/officeart/2008/layout/LinedList"/>
    <dgm:cxn modelId="{399F11F4-9D03-4E33-92FA-B9AEECA9866F}" type="presParOf" srcId="{341D395C-F66E-4F9D-9B40-9CC598F3AE99}" destId="{1DEFF463-5944-440D-B29D-3025FF5DF59C}" srcOrd="1" destOrd="0" presId="urn:microsoft.com/office/officeart/2008/layout/LinedList"/>
    <dgm:cxn modelId="{F0D3E1DC-40A2-4E67-A90A-A96458CE7535}" type="presParOf" srcId="{1DEFF463-5944-440D-B29D-3025FF5DF59C}" destId="{EABE900D-E155-41D1-8238-3F242CDAA35D}" srcOrd="0" destOrd="0" presId="urn:microsoft.com/office/officeart/2008/layout/LinedList"/>
    <dgm:cxn modelId="{3C852CA1-A239-4C8A-AC7A-A53DB3068A8F}" type="presParOf" srcId="{1DEFF463-5944-440D-B29D-3025FF5DF59C}" destId="{CF08EFA1-FF5F-4A92-BF61-2884D0873150}" srcOrd="1" destOrd="0" presId="urn:microsoft.com/office/officeart/2008/layout/LinedList"/>
    <dgm:cxn modelId="{AC2844B5-312F-4EC9-91BE-659EF59888F0}" type="presParOf" srcId="{341D395C-F66E-4F9D-9B40-9CC598F3AE99}" destId="{977FAA97-BF3B-4300-A3FC-7E7FD286BDE1}" srcOrd="2" destOrd="0" presId="urn:microsoft.com/office/officeart/2008/layout/LinedList"/>
    <dgm:cxn modelId="{70C2E9B6-691C-4FEA-9A2C-B7FFC834529D}" type="presParOf" srcId="{341D395C-F66E-4F9D-9B40-9CC598F3AE99}" destId="{AF08B91C-6104-4C4F-BDDD-7A7B25C1ED4F}" srcOrd="3" destOrd="0" presId="urn:microsoft.com/office/officeart/2008/layout/LinedList"/>
    <dgm:cxn modelId="{BA74382C-491F-4634-B950-0FE0A1F758C6}" type="presParOf" srcId="{AF08B91C-6104-4C4F-BDDD-7A7B25C1ED4F}" destId="{447E2EE8-533D-4ED2-84DA-62968C380CB4}" srcOrd="0" destOrd="0" presId="urn:microsoft.com/office/officeart/2008/layout/LinedList"/>
    <dgm:cxn modelId="{D01B31B6-088E-4D76-BF83-B7C1E8B992BE}" type="presParOf" srcId="{AF08B91C-6104-4C4F-BDDD-7A7B25C1ED4F}" destId="{E583547A-D1C8-4E20-A401-117595972F55}" srcOrd="1" destOrd="0" presId="urn:microsoft.com/office/officeart/2008/layout/LinedList"/>
    <dgm:cxn modelId="{DFD6B4E4-6A89-4814-9805-52CC8C5B5F79}" type="presParOf" srcId="{341D395C-F66E-4F9D-9B40-9CC598F3AE99}" destId="{B4511910-B6EF-4B9C-A6F1-E3DD061B615D}" srcOrd="4" destOrd="0" presId="urn:microsoft.com/office/officeart/2008/layout/LinedList"/>
    <dgm:cxn modelId="{837033E1-DBC6-4791-8B74-A0F83FE5EB3B}" type="presParOf" srcId="{341D395C-F66E-4F9D-9B40-9CC598F3AE99}" destId="{BCDCA98A-7857-4569-B828-6D0E66CEC29C}" srcOrd="5" destOrd="0" presId="urn:microsoft.com/office/officeart/2008/layout/LinedList"/>
    <dgm:cxn modelId="{AE950784-93FD-482F-8D7B-0CB290131B7D}" type="presParOf" srcId="{BCDCA98A-7857-4569-B828-6D0E66CEC29C}" destId="{A4316161-F728-4789-B824-250F56DC49D7}" srcOrd="0" destOrd="0" presId="urn:microsoft.com/office/officeart/2008/layout/LinedList"/>
    <dgm:cxn modelId="{2C26DBDE-5990-488A-A964-284EC731366B}" type="presParOf" srcId="{BCDCA98A-7857-4569-B828-6D0E66CEC29C}" destId="{6E4384A5-3506-4E69-9BBE-D0882E7CAE7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968BD83-1C61-4673-9B53-23D2B4B873DC}" type="doc">
      <dgm:prSet loTypeId="urn:microsoft.com/office/officeart/2008/layout/LinedList" loCatId="list" qsTypeId="urn:microsoft.com/office/officeart/2005/8/quickstyle/simple1#79" qsCatId="simple" csTypeId="urn:microsoft.com/office/officeart/2005/8/colors/accent4_2#7" csCatId="accent4"/>
      <dgm:spPr/>
      <dgm:t>
        <a:bodyPr/>
        <a:lstStyle/>
        <a:p>
          <a:endParaRPr lang="en-US"/>
        </a:p>
      </dgm:t>
    </dgm:pt>
    <dgm:pt modelId="{7B94A33F-9E2E-417F-A73A-5C04F891E196}">
      <dgm:prSet/>
      <dgm:spPr/>
      <dgm:t>
        <a:bodyPr/>
        <a:lstStyle/>
        <a:p>
          <a:r>
            <a:rPr lang="en-IN"/>
            <a:t>The interface allows employees to submit issues, answer follow-up questions and view support results.</a:t>
          </a:r>
          <a:endParaRPr lang="en-US"/>
        </a:p>
      </dgm:t>
    </dgm:pt>
    <dgm:pt modelId="{850116FD-A288-4310-A95C-3285CD575486}" type="parTrans" cxnId="{3BADE907-261F-4EE7-9CF4-D150A7A70F1C}">
      <dgm:prSet/>
      <dgm:spPr/>
      <dgm:t>
        <a:bodyPr/>
        <a:lstStyle/>
        <a:p>
          <a:endParaRPr lang="en-US"/>
        </a:p>
      </dgm:t>
    </dgm:pt>
    <dgm:pt modelId="{3A9CD7A2-6A53-4738-8D21-3D9EDA345CDA}" type="sibTrans" cxnId="{3BADE907-261F-4EE7-9CF4-D150A7A70F1C}">
      <dgm:prSet/>
      <dgm:spPr/>
      <dgm:t>
        <a:bodyPr/>
        <a:lstStyle/>
        <a:p>
          <a:endParaRPr lang="en-US"/>
        </a:p>
      </dgm:t>
    </dgm:pt>
    <dgm:pt modelId="{828057BF-3EE7-4D84-8493-4FBCC999587F}">
      <dgm:prSet/>
      <dgm:spPr/>
      <dgm:t>
        <a:bodyPr/>
        <a:lstStyle/>
        <a:p>
          <a:r>
            <a:rPr lang="en-IN"/>
            <a:t>Results include category, confidence, decision, assigned team, status, reason and recommended action.</a:t>
          </a:r>
          <a:endParaRPr lang="en-US"/>
        </a:p>
      </dgm:t>
    </dgm:pt>
    <dgm:pt modelId="{81404A20-13A0-4F1B-8880-EF1465858D48}" type="parTrans" cxnId="{AA46CD50-6E3F-49C0-8607-CC9B1E0AED05}">
      <dgm:prSet/>
      <dgm:spPr/>
      <dgm:t>
        <a:bodyPr/>
        <a:lstStyle/>
        <a:p>
          <a:endParaRPr lang="en-US"/>
        </a:p>
      </dgm:t>
    </dgm:pt>
    <dgm:pt modelId="{E10A8917-1511-43FD-BE58-8B9B3A0C616C}" type="sibTrans" cxnId="{AA46CD50-6E3F-49C0-8607-CC9B1E0AED05}">
      <dgm:prSet/>
      <dgm:spPr/>
      <dgm:t>
        <a:bodyPr/>
        <a:lstStyle/>
        <a:p>
          <a:endParaRPr lang="en-US"/>
        </a:p>
      </dgm:t>
    </dgm:pt>
    <dgm:pt modelId="{8E3237C1-2219-4E15-882B-16FCCC0D2AFF}">
      <dgm:prSet/>
      <dgm:spPr/>
      <dgm:t>
        <a:bodyPr/>
        <a:lstStyle/>
        <a:p>
          <a:r>
            <a:rPr lang="en-IN"/>
            <a:t>The system can generate structured tickets containing request, priority, team and status information.</a:t>
          </a:r>
          <a:endParaRPr lang="en-US"/>
        </a:p>
      </dgm:t>
    </dgm:pt>
    <dgm:pt modelId="{186A0162-06F0-4B68-A7CD-E45FDC307E34}" type="parTrans" cxnId="{63516BB3-B952-4172-B71E-B404FF066388}">
      <dgm:prSet/>
      <dgm:spPr/>
      <dgm:t>
        <a:bodyPr/>
        <a:lstStyle/>
        <a:p>
          <a:endParaRPr lang="en-US"/>
        </a:p>
      </dgm:t>
    </dgm:pt>
    <dgm:pt modelId="{D9BF04E2-0D43-43EE-B6C2-EC26ABC98610}" type="sibTrans" cxnId="{63516BB3-B952-4172-B71E-B404FF066388}">
      <dgm:prSet/>
      <dgm:spPr/>
      <dgm:t>
        <a:bodyPr/>
        <a:lstStyle/>
        <a:p>
          <a:endParaRPr lang="en-US"/>
        </a:p>
      </dgm:t>
    </dgm:pt>
    <dgm:pt modelId="{F0E41E1C-E77A-4E84-B38F-D33E858C4C07}">
      <dgm:prSet/>
      <dgm:spPr/>
      <dgm:t>
        <a:bodyPr/>
        <a:lstStyle/>
        <a:p>
          <a:r>
            <a:rPr lang="en-IN"/>
            <a:t>An audit trail records important processing and decision activities.</a:t>
          </a:r>
          <a:endParaRPr lang="en-US"/>
        </a:p>
      </dgm:t>
    </dgm:pt>
    <dgm:pt modelId="{3A574B28-9C8E-42A2-9C83-E62D4A7531FA}" type="parTrans" cxnId="{92090132-396A-453D-8B5B-73217C87277B}">
      <dgm:prSet/>
      <dgm:spPr/>
      <dgm:t>
        <a:bodyPr/>
        <a:lstStyle/>
        <a:p>
          <a:endParaRPr lang="en-US"/>
        </a:p>
      </dgm:t>
    </dgm:pt>
    <dgm:pt modelId="{EA83102F-50BE-4FC4-B652-B7DF91590CE1}" type="sibTrans" cxnId="{92090132-396A-453D-8B5B-73217C87277B}">
      <dgm:prSet/>
      <dgm:spPr/>
      <dgm:t>
        <a:bodyPr/>
        <a:lstStyle/>
        <a:p>
          <a:endParaRPr lang="en-US"/>
        </a:p>
      </dgm:t>
    </dgm:pt>
    <dgm:pt modelId="{CA8AEFFE-1E42-42E6-A1F3-33E5A68CDBD4}" type="pres">
      <dgm:prSet presAssocID="{7968BD83-1C61-4673-9B53-23D2B4B873DC}" presName="vert0" presStyleCnt="0">
        <dgm:presLayoutVars>
          <dgm:dir/>
          <dgm:animOne val="branch"/>
          <dgm:animLvl val="lvl"/>
        </dgm:presLayoutVars>
      </dgm:prSet>
      <dgm:spPr/>
    </dgm:pt>
    <dgm:pt modelId="{D9E80C5E-9355-4877-8F87-8E478A70ABEC}" type="pres">
      <dgm:prSet presAssocID="{7B94A33F-9E2E-417F-A73A-5C04F891E196}" presName="thickLine" presStyleLbl="alignNode1" presStyleIdx="0" presStyleCnt="4"/>
      <dgm:spPr/>
    </dgm:pt>
    <dgm:pt modelId="{1F05C3D4-EBE2-42EB-BDED-CF9E024092F0}" type="pres">
      <dgm:prSet presAssocID="{7B94A33F-9E2E-417F-A73A-5C04F891E196}" presName="horz1" presStyleCnt="0"/>
      <dgm:spPr/>
    </dgm:pt>
    <dgm:pt modelId="{15B9A9DA-5769-4CEB-A2A3-C7D7E95D8D98}" type="pres">
      <dgm:prSet presAssocID="{7B94A33F-9E2E-417F-A73A-5C04F891E196}" presName="tx1" presStyleLbl="revTx" presStyleIdx="0" presStyleCnt="4"/>
      <dgm:spPr/>
    </dgm:pt>
    <dgm:pt modelId="{0CB36FEC-F26C-460F-ACCD-4A05FF227E3C}" type="pres">
      <dgm:prSet presAssocID="{7B94A33F-9E2E-417F-A73A-5C04F891E196}" presName="vert1" presStyleCnt="0"/>
      <dgm:spPr/>
    </dgm:pt>
    <dgm:pt modelId="{147E27E7-1418-4376-BD96-8C246416C62A}" type="pres">
      <dgm:prSet presAssocID="{828057BF-3EE7-4D84-8493-4FBCC999587F}" presName="thickLine" presStyleLbl="alignNode1" presStyleIdx="1" presStyleCnt="4"/>
      <dgm:spPr/>
    </dgm:pt>
    <dgm:pt modelId="{0E955489-75F7-4A9C-8645-27D195C58A18}" type="pres">
      <dgm:prSet presAssocID="{828057BF-3EE7-4D84-8493-4FBCC999587F}" presName="horz1" presStyleCnt="0"/>
      <dgm:spPr/>
    </dgm:pt>
    <dgm:pt modelId="{67DE4646-9C69-411E-9173-D74E4D8FF905}" type="pres">
      <dgm:prSet presAssocID="{828057BF-3EE7-4D84-8493-4FBCC999587F}" presName="tx1" presStyleLbl="revTx" presStyleIdx="1" presStyleCnt="4"/>
      <dgm:spPr/>
    </dgm:pt>
    <dgm:pt modelId="{704607CF-21D5-4E91-B5B2-46F724C22D1C}" type="pres">
      <dgm:prSet presAssocID="{828057BF-3EE7-4D84-8493-4FBCC999587F}" presName="vert1" presStyleCnt="0"/>
      <dgm:spPr/>
    </dgm:pt>
    <dgm:pt modelId="{5B2B999D-316D-4181-B8FD-906156B42D43}" type="pres">
      <dgm:prSet presAssocID="{8E3237C1-2219-4E15-882B-16FCCC0D2AFF}" presName="thickLine" presStyleLbl="alignNode1" presStyleIdx="2" presStyleCnt="4"/>
      <dgm:spPr/>
    </dgm:pt>
    <dgm:pt modelId="{F7721F87-EABB-4F6E-BE47-09F8CCDACDB8}" type="pres">
      <dgm:prSet presAssocID="{8E3237C1-2219-4E15-882B-16FCCC0D2AFF}" presName="horz1" presStyleCnt="0"/>
      <dgm:spPr/>
    </dgm:pt>
    <dgm:pt modelId="{231F4102-F210-4B6C-80DB-C816172A35D4}" type="pres">
      <dgm:prSet presAssocID="{8E3237C1-2219-4E15-882B-16FCCC0D2AFF}" presName="tx1" presStyleLbl="revTx" presStyleIdx="2" presStyleCnt="4"/>
      <dgm:spPr/>
    </dgm:pt>
    <dgm:pt modelId="{AFD3E9CC-8F5A-4D0D-B065-41FE2DB46F3E}" type="pres">
      <dgm:prSet presAssocID="{8E3237C1-2219-4E15-882B-16FCCC0D2AFF}" presName="vert1" presStyleCnt="0"/>
      <dgm:spPr/>
    </dgm:pt>
    <dgm:pt modelId="{159F977B-4920-4EA9-98E8-F68E035B704D}" type="pres">
      <dgm:prSet presAssocID="{F0E41E1C-E77A-4E84-B38F-D33E858C4C07}" presName="thickLine" presStyleLbl="alignNode1" presStyleIdx="3" presStyleCnt="4"/>
      <dgm:spPr/>
    </dgm:pt>
    <dgm:pt modelId="{69376D7F-8C9B-433F-A70D-EEA4C6D00B58}" type="pres">
      <dgm:prSet presAssocID="{F0E41E1C-E77A-4E84-B38F-D33E858C4C07}" presName="horz1" presStyleCnt="0"/>
      <dgm:spPr/>
    </dgm:pt>
    <dgm:pt modelId="{42590BA4-4CBC-4175-B047-2EDBB8AB400D}" type="pres">
      <dgm:prSet presAssocID="{F0E41E1C-E77A-4E84-B38F-D33E858C4C07}" presName="tx1" presStyleLbl="revTx" presStyleIdx="3" presStyleCnt="4"/>
      <dgm:spPr/>
    </dgm:pt>
    <dgm:pt modelId="{F61817F2-10AF-4937-BB03-897A3815779A}" type="pres">
      <dgm:prSet presAssocID="{F0E41E1C-E77A-4E84-B38F-D33E858C4C07}" presName="vert1" presStyleCnt="0"/>
      <dgm:spPr/>
    </dgm:pt>
  </dgm:ptLst>
  <dgm:cxnLst>
    <dgm:cxn modelId="{3BADE907-261F-4EE7-9CF4-D150A7A70F1C}" srcId="{7968BD83-1C61-4673-9B53-23D2B4B873DC}" destId="{7B94A33F-9E2E-417F-A73A-5C04F891E196}" srcOrd="0" destOrd="0" parTransId="{850116FD-A288-4310-A95C-3285CD575486}" sibTransId="{3A9CD7A2-6A53-4738-8D21-3D9EDA345CDA}"/>
    <dgm:cxn modelId="{55E92520-4C9C-42CB-88FD-9C77E082ADA9}" type="presOf" srcId="{828057BF-3EE7-4D84-8493-4FBCC999587F}" destId="{67DE4646-9C69-411E-9173-D74E4D8FF905}" srcOrd="0" destOrd="0" presId="urn:microsoft.com/office/officeart/2008/layout/LinedList"/>
    <dgm:cxn modelId="{92090132-396A-453D-8B5B-73217C87277B}" srcId="{7968BD83-1C61-4673-9B53-23D2B4B873DC}" destId="{F0E41E1C-E77A-4E84-B38F-D33E858C4C07}" srcOrd="3" destOrd="0" parTransId="{3A574B28-9C8E-42A2-9C83-E62D4A7531FA}" sibTransId="{EA83102F-50BE-4FC4-B652-B7DF91590CE1}"/>
    <dgm:cxn modelId="{73E7995C-9078-4B50-96C7-5254D8A9E2AE}" type="presOf" srcId="{7B94A33F-9E2E-417F-A73A-5C04F891E196}" destId="{15B9A9DA-5769-4CEB-A2A3-C7D7E95D8D98}" srcOrd="0" destOrd="0" presId="urn:microsoft.com/office/officeart/2008/layout/LinedList"/>
    <dgm:cxn modelId="{BF563762-5934-4B67-9F04-7F9A5EA36086}" type="presOf" srcId="{8E3237C1-2219-4E15-882B-16FCCC0D2AFF}" destId="{231F4102-F210-4B6C-80DB-C816172A35D4}" srcOrd="0" destOrd="0" presId="urn:microsoft.com/office/officeart/2008/layout/LinedList"/>
    <dgm:cxn modelId="{AA46CD50-6E3F-49C0-8607-CC9B1E0AED05}" srcId="{7968BD83-1C61-4673-9B53-23D2B4B873DC}" destId="{828057BF-3EE7-4D84-8493-4FBCC999587F}" srcOrd="1" destOrd="0" parTransId="{81404A20-13A0-4F1B-8880-EF1465858D48}" sibTransId="{E10A8917-1511-43FD-BE58-8B9B3A0C616C}"/>
    <dgm:cxn modelId="{17240C91-C008-4B41-A932-6AC691741584}" type="presOf" srcId="{F0E41E1C-E77A-4E84-B38F-D33E858C4C07}" destId="{42590BA4-4CBC-4175-B047-2EDBB8AB400D}" srcOrd="0" destOrd="0" presId="urn:microsoft.com/office/officeart/2008/layout/LinedList"/>
    <dgm:cxn modelId="{C1811AB0-4373-4DEC-BE53-151D4E86BEC0}" type="presOf" srcId="{7968BD83-1C61-4673-9B53-23D2B4B873DC}" destId="{CA8AEFFE-1E42-42E6-A1F3-33E5A68CDBD4}" srcOrd="0" destOrd="0" presId="urn:microsoft.com/office/officeart/2008/layout/LinedList"/>
    <dgm:cxn modelId="{63516BB3-B952-4172-B71E-B404FF066388}" srcId="{7968BD83-1C61-4673-9B53-23D2B4B873DC}" destId="{8E3237C1-2219-4E15-882B-16FCCC0D2AFF}" srcOrd="2" destOrd="0" parTransId="{186A0162-06F0-4B68-A7CD-E45FDC307E34}" sibTransId="{D9BF04E2-0D43-43EE-B6C2-EC26ABC98610}"/>
    <dgm:cxn modelId="{F09E3834-C92B-4CA3-9F5C-A5C95DB2AC1A}" type="presParOf" srcId="{CA8AEFFE-1E42-42E6-A1F3-33E5A68CDBD4}" destId="{D9E80C5E-9355-4877-8F87-8E478A70ABEC}" srcOrd="0" destOrd="0" presId="urn:microsoft.com/office/officeart/2008/layout/LinedList"/>
    <dgm:cxn modelId="{B5B4B84F-5941-4756-B9F4-CED8C3D69511}" type="presParOf" srcId="{CA8AEFFE-1E42-42E6-A1F3-33E5A68CDBD4}" destId="{1F05C3D4-EBE2-42EB-BDED-CF9E024092F0}" srcOrd="1" destOrd="0" presId="urn:microsoft.com/office/officeart/2008/layout/LinedList"/>
    <dgm:cxn modelId="{9EAE9DA7-650E-4C11-B497-1DA731A40B52}" type="presParOf" srcId="{1F05C3D4-EBE2-42EB-BDED-CF9E024092F0}" destId="{15B9A9DA-5769-4CEB-A2A3-C7D7E95D8D98}" srcOrd="0" destOrd="0" presId="urn:microsoft.com/office/officeart/2008/layout/LinedList"/>
    <dgm:cxn modelId="{497AA077-214D-411C-94AC-113B575E1EFA}" type="presParOf" srcId="{1F05C3D4-EBE2-42EB-BDED-CF9E024092F0}" destId="{0CB36FEC-F26C-460F-ACCD-4A05FF227E3C}" srcOrd="1" destOrd="0" presId="urn:microsoft.com/office/officeart/2008/layout/LinedList"/>
    <dgm:cxn modelId="{836AF189-9909-4030-81F7-348956C5850A}" type="presParOf" srcId="{CA8AEFFE-1E42-42E6-A1F3-33E5A68CDBD4}" destId="{147E27E7-1418-4376-BD96-8C246416C62A}" srcOrd="2" destOrd="0" presId="urn:microsoft.com/office/officeart/2008/layout/LinedList"/>
    <dgm:cxn modelId="{E794E4DF-A8D3-40F6-A7E4-22F543456CFA}" type="presParOf" srcId="{CA8AEFFE-1E42-42E6-A1F3-33E5A68CDBD4}" destId="{0E955489-75F7-4A9C-8645-27D195C58A18}" srcOrd="3" destOrd="0" presId="urn:microsoft.com/office/officeart/2008/layout/LinedList"/>
    <dgm:cxn modelId="{954B9ACB-C032-4832-B1C7-1A8D3605699F}" type="presParOf" srcId="{0E955489-75F7-4A9C-8645-27D195C58A18}" destId="{67DE4646-9C69-411E-9173-D74E4D8FF905}" srcOrd="0" destOrd="0" presId="urn:microsoft.com/office/officeart/2008/layout/LinedList"/>
    <dgm:cxn modelId="{468C1843-F320-4DFA-95C1-1562757B3524}" type="presParOf" srcId="{0E955489-75F7-4A9C-8645-27D195C58A18}" destId="{704607CF-21D5-4E91-B5B2-46F724C22D1C}" srcOrd="1" destOrd="0" presId="urn:microsoft.com/office/officeart/2008/layout/LinedList"/>
    <dgm:cxn modelId="{D1077968-EC2C-42F7-8D19-749713F95EF2}" type="presParOf" srcId="{CA8AEFFE-1E42-42E6-A1F3-33E5A68CDBD4}" destId="{5B2B999D-316D-4181-B8FD-906156B42D43}" srcOrd="4" destOrd="0" presId="urn:microsoft.com/office/officeart/2008/layout/LinedList"/>
    <dgm:cxn modelId="{B40AB381-A7F3-45F8-BE58-E06A7DC48491}" type="presParOf" srcId="{CA8AEFFE-1E42-42E6-A1F3-33E5A68CDBD4}" destId="{F7721F87-EABB-4F6E-BE47-09F8CCDACDB8}" srcOrd="5" destOrd="0" presId="urn:microsoft.com/office/officeart/2008/layout/LinedList"/>
    <dgm:cxn modelId="{AD16E76E-CC67-4438-84D0-F33683E0EA63}" type="presParOf" srcId="{F7721F87-EABB-4F6E-BE47-09F8CCDACDB8}" destId="{231F4102-F210-4B6C-80DB-C816172A35D4}" srcOrd="0" destOrd="0" presId="urn:microsoft.com/office/officeart/2008/layout/LinedList"/>
    <dgm:cxn modelId="{1AF7496A-5231-4E95-B7EC-7D2A26C37802}" type="presParOf" srcId="{F7721F87-EABB-4F6E-BE47-09F8CCDACDB8}" destId="{AFD3E9CC-8F5A-4D0D-B065-41FE2DB46F3E}" srcOrd="1" destOrd="0" presId="urn:microsoft.com/office/officeart/2008/layout/LinedList"/>
    <dgm:cxn modelId="{53DFF546-5FB3-46E3-8E8C-57C044AD2981}" type="presParOf" srcId="{CA8AEFFE-1E42-42E6-A1F3-33E5A68CDBD4}" destId="{159F977B-4920-4EA9-98E8-F68E035B704D}" srcOrd="6" destOrd="0" presId="urn:microsoft.com/office/officeart/2008/layout/LinedList"/>
    <dgm:cxn modelId="{5EEB899A-DF41-4675-ADB4-5FF19494922E}" type="presParOf" srcId="{CA8AEFFE-1E42-42E6-A1F3-33E5A68CDBD4}" destId="{69376D7F-8C9B-433F-A70D-EEA4C6D00B58}" srcOrd="7" destOrd="0" presId="urn:microsoft.com/office/officeart/2008/layout/LinedList"/>
    <dgm:cxn modelId="{7BAAEF25-F354-436D-8BCF-54CC99239A29}" type="presParOf" srcId="{69376D7F-8C9B-433F-A70D-EEA4C6D00B58}" destId="{42590BA4-4CBC-4175-B047-2EDBB8AB400D}" srcOrd="0" destOrd="0" presId="urn:microsoft.com/office/officeart/2008/layout/LinedList"/>
    <dgm:cxn modelId="{54C8FDA9-00C6-49F0-AEE0-CDA222D10B69}" type="presParOf" srcId="{69376D7F-8C9B-433F-A70D-EEA4C6D00B58}" destId="{F61817F2-10AF-4937-BB03-897A381577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F20D81E-0FE6-463C-80C7-1060F1B1D54D}" type="doc">
      <dgm:prSet loTypeId="urn:microsoft.com/office/officeart/2008/layout/LinedList" loCatId="list" qsTypeId="urn:microsoft.com/office/officeart/2005/8/quickstyle/simple1#125" qsCatId="simple" csTypeId="urn:microsoft.com/office/officeart/2005/8/colors/accent4_2#9" csCatId="accent4"/>
      <dgm:spPr/>
      <dgm:t>
        <a:bodyPr/>
        <a:lstStyle/>
        <a:p>
          <a:endParaRPr lang="en-US"/>
        </a:p>
      </dgm:t>
    </dgm:pt>
    <dgm:pt modelId="{47E0D664-3908-4919-A523-94C591F801FD}">
      <dgm:prSet/>
      <dgm:spPr/>
      <dgm:t>
        <a:bodyPr/>
        <a:lstStyle/>
        <a:p>
          <a:r>
            <a:rPr lang="en-IN"/>
            <a:t>The prototype demonstrates an end-to-end workflow for handling common internal IT support requests.</a:t>
          </a:r>
          <a:endParaRPr lang="en-US"/>
        </a:p>
      </dgm:t>
    </dgm:pt>
    <dgm:pt modelId="{BF03F28E-64CC-4D98-BF16-639AA32C2999}" type="parTrans" cxnId="{74C1B681-51A2-4251-935C-95E640D67A68}">
      <dgm:prSet/>
      <dgm:spPr/>
      <dgm:t>
        <a:bodyPr/>
        <a:lstStyle/>
        <a:p>
          <a:endParaRPr lang="en-US"/>
        </a:p>
      </dgm:t>
    </dgm:pt>
    <dgm:pt modelId="{8BF4CCD7-7B1F-42A7-9126-9C7C0EF3EE51}" type="sibTrans" cxnId="{74C1B681-51A2-4251-935C-95E640D67A68}">
      <dgm:prSet/>
      <dgm:spPr/>
      <dgm:t>
        <a:bodyPr/>
        <a:lstStyle/>
        <a:p>
          <a:endParaRPr lang="en-US"/>
        </a:p>
      </dgm:t>
    </dgm:pt>
    <dgm:pt modelId="{9C4E6448-2746-4BA0-80DB-D5170C625020}">
      <dgm:prSet/>
      <dgm:spPr/>
      <dgm:t>
        <a:bodyPr/>
        <a:lstStyle/>
        <a:p>
          <a:r>
            <a:rPr lang="en-IN"/>
            <a:t>It combines intelligent retrieval, classification, policy checking and structured decision-making.</a:t>
          </a:r>
          <a:endParaRPr lang="en-US"/>
        </a:p>
      </dgm:t>
    </dgm:pt>
    <dgm:pt modelId="{5B8867C6-E730-4CEF-ADFA-859DE3A13170}" type="parTrans" cxnId="{3171410C-CD1D-48AC-9A69-7651D75DD9A4}">
      <dgm:prSet/>
      <dgm:spPr/>
      <dgm:t>
        <a:bodyPr/>
        <a:lstStyle/>
        <a:p>
          <a:endParaRPr lang="en-US"/>
        </a:p>
      </dgm:t>
    </dgm:pt>
    <dgm:pt modelId="{F7BAEA6E-6BB9-4698-9666-0C6C31FF9BC4}" type="sibTrans" cxnId="{3171410C-CD1D-48AC-9A69-7651D75DD9A4}">
      <dgm:prSet/>
      <dgm:spPr/>
      <dgm:t>
        <a:bodyPr/>
        <a:lstStyle/>
        <a:p>
          <a:endParaRPr lang="en-US"/>
        </a:p>
      </dgm:t>
    </dgm:pt>
    <dgm:pt modelId="{139A757B-998D-42C6-9B3B-0B2B07DEAD64}">
      <dgm:prSet/>
      <dgm:spPr/>
      <dgm:t>
        <a:bodyPr/>
        <a:lstStyle/>
        <a:p>
          <a:r>
            <a:rPr lang="en-IN"/>
            <a:t>Future scope includes databases, authentication, enterprise integrations, advanced RAG, LLM integration and analytics.</a:t>
          </a:r>
          <a:endParaRPr lang="en-US"/>
        </a:p>
      </dgm:t>
    </dgm:pt>
    <dgm:pt modelId="{73DE9AA8-3366-41AE-9D51-FC8E0485431F}" type="parTrans" cxnId="{6DBDA9F4-4F51-478E-BA90-98E2FD83DA94}">
      <dgm:prSet/>
      <dgm:spPr/>
      <dgm:t>
        <a:bodyPr/>
        <a:lstStyle/>
        <a:p>
          <a:endParaRPr lang="en-US"/>
        </a:p>
      </dgm:t>
    </dgm:pt>
    <dgm:pt modelId="{A19B6DD3-EC2D-45CB-B674-68E619FB505B}" type="sibTrans" cxnId="{6DBDA9F4-4F51-478E-BA90-98E2FD83DA94}">
      <dgm:prSet/>
      <dgm:spPr/>
      <dgm:t>
        <a:bodyPr/>
        <a:lstStyle/>
        <a:p>
          <a:endParaRPr lang="en-US"/>
        </a:p>
      </dgm:t>
    </dgm:pt>
    <dgm:pt modelId="{2B11F5F2-DD9C-479F-BD5A-9CB7105F085B}" type="pres">
      <dgm:prSet presAssocID="{1F20D81E-0FE6-463C-80C7-1060F1B1D54D}" presName="vert0" presStyleCnt="0">
        <dgm:presLayoutVars>
          <dgm:dir/>
          <dgm:animOne val="branch"/>
          <dgm:animLvl val="lvl"/>
        </dgm:presLayoutVars>
      </dgm:prSet>
      <dgm:spPr/>
    </dgm:pt>
    <dgm:pt modelId="{52E81EFF-41A7-4BBE-A341-7406F8968D76}" type="pres">
      <dgm:prSet presAssocID="{47E0D664-3908-4919-A523-94C591F801FD}" presName="thickLine" presStyleLbl="alignNode1" presStyleIdx="0" presStyleCnt="3"/>
      <dgm:spPr/>
    </dgm:pt>
    <dgm:pt modelId="{F6464ABA-82F7-4453-B414-A8CE2DA0885B}" type="pres">
      <dgm:prSet presAssocID="{47E0D664-3908-4919-A523-94C591F801FD}" presName="horz1" presStyleCnt="0"/>
      <dgm:spPr/>
    </dgm:pt>
    <dgm:pt modelId="{5264E409-5C9B-415A-97CB-AF21FC97652F}" type="pres">
      <dgm:prSet presAssocID="{47E0D664-3908-4919-A523-94C591F801FD}" presName="tx1" presStyleLbl="revTx" presStyleIdx="0" presStyleCnt="3"/>
      <dgm:spPr/>
    </dgm:pt>
    <dgm:pt modelId="{F257C04E-298B-4E32-A127-C28D33BCFAA5}" type="pres">
      <dgm:prSet presAssocID="{47E0D664-3908-4919-A523-94C591F801FD}" presName="vert1" presStyleCnt="0"/>
      <dgm:spPr/>
    </dgm:pt>
    <dgm:pt modelId="{094DDE50-C26A-4FD6-81B5-C4DD573171E7}" type="pres">
      <dgm:prSet presAssocID="{9C4E6448-2746-4BA0-80DB-D5170C625020}" presName="thickLine" presStyleLbl="alignNode1" presStyleIdx="1" presStyleCnt="3"/>
      <dgm:spPr/>
    </dgm:pt>
    <dgm:pt modelId="{7B088DE7-9F34-405C-88BF-FEBE1EEA94F9}" type="pres">
      <dgm:prSet presAssocID="{9C4E6448-2746-4BA0-80DB-D5170C625020}" presName="horz1" presStyleCnt="0"/>
      <dgm:spPr/>
    </dgm:pt>
    <dgm:pt modelId="{3610DC62-18CF-4BA1-BBBC-62E810D16E2C}" type="pres">
      <dgm:prSet presAssocID="{9C4E6448-2746-4BA0-80DB-D5170C625020}" presName="tx1" presStyleLbl="revTx" presStyleIdx="1" presStyleCnt="3"/>
      <dgm:spPr/>
    </dgm:pt>
    <dgm:pt modelId="{8120ACE5-A0B4-42FC-96B0-753A2AC17891}" type="pres">
      <dgm:prSet presAssocID="{9C4E6448-2746-4BA0-80DB-D5170C625020}" presName="vert1" presStyleCnt="0"/>
      <dgm:spPr/>
    </dgm:pt>
    <dgm:pt modelId="{74B6EACD-02C4-46B5-85F6-F65BD4A94521}" type="pres">
      <dgm:prSet presAssocID="{139A757B-998D-42C6-9B3B-0B2B07DEAD64}" presName="thickLine" presStyleLbl="alignNode1" presStyleIdx="2" presStyleCnt="3"/>
      <dgm:spPr/>
    </dgm:pt>
    <dgm:pt modelId="{CF566199-2381-40F7-A526-55AA25ED9D7E}" type="pres">
      <dgm:prSet presAssocID="{139A757B-998D-42C6-9B3B-0B2B07DEAD64}" presName="horz1" presStyleCnt="0"/>
      <dgm:spPr/>
    </dgm:pt>
    <dgm:pt modelId="{EF4A189C-45D1-4D5A-ACB1-1A2E870667A2}" type="pres">
      <dgm:prSet presAssocID="{139A757B-998D-42C6-9B3B-0B2B07DEAD64}" presName="tx1" presStyleLbl="revTx" presStyleIdx="2" presStyleCnt="3"/>
      <dgm:spPr/>
    </dgm:pt>
    <dgm:pt modelId="{BDAFE2EC-A9D8-41F5-89D4-14400DA0DAA9}" type="pres">
      <dgm:prSet presAssocID="{139A757B-998D-42C6-9B3B-0B2B07DEAD64}" presName="vert1" presStyleCnt="0"/>
      <dgm:spPr/>
    </dgm:pt>
  </dgm:ptLst>
  <dgm:cxnLst>
    <dgm:cxn modelId="{3171410C-CD1D-48AC-9A69-7651D75DD9A4}" srcId="{1F20D81E-0FE6-463C-80C7-1060F1B1D54D}" destId="{9C4E6448-2746-4BA0-80DB-D5170C625020}" srcOrd="1" destOrd="0" parTransId="{5B8867C6-E730-4CEF-ADFA-859DE3A13170}" sibTransId="{F7BAEA6E-6BB9-4698-9666-0C6C31FF9BC4}"/>
    <dgm:cxn modelId="{DEA29E2F-86B1-4114-A792-531F7AE1119F}" type="presOf" srcId="{47E0D664-3908-4919-A523-94C591F801FD}" destId="{5264E409-5C9B-415A-97CB-AF21FC97652F}" srcOrd="0" destOrd="0" presId="urn:microsoft.com/office/officeart/2008/layout/LinedList"/>
    <dgm:cxn modelId="{74C1B681-51A2-4251-935C-95E640D67A68}" srcId="{1F20D81E-0FE6-463C-80C7-1060F1B1D54D}" destId="{47E0D664-3908-4919-A523-94C591F801FD}" srcOrd="0" destOrd="0" parTransId="{BF03F28E-64CC-4D98-BF16-639AA32C2999}" sibTransId="{8BF4CCD7-7B1F-42A7-9126-9C7C0EF3EE51}"/>
    <dgm:cxn modelId="{25D43A9C-DDD7-44E0-9B1D-0001B325B1AC}" type="presOf" srcId="{1F20D81E-0FE6-463C-80C7-1060F1B1D54D}" destId="{2B11F5F2-DD9C-479F-BD5A-9CB7105F085B}" srcOrd="0" destOrd="0" presId="urn:microsoft.com/office/officeart/2008/layout/LinedList"/>
    <dgm:cxn modelId="{C581A6BE-06DF-4430-B8D9-FF725BB72DDB}" type="presOf" srcId="{9C4E6448-2746-4BA0-80DB-D5170C625020}" destId="{3610DC62-18CF-4BA1-BBBC-62E810D16E2C}" srcOrd="0" destOrd="0" presId="urn:microsoft.com/office/officeart/2008/layout/LinedList"/>
    <dgm:cxn modelId="{B9058AC0-EB39-43CC-BA4E-942B516C9957}" type="presOf" srcId="{139A757B-998D-42C6-9B3B-0B2B07DEAD64}" destId="{EF4A189C-45D1-4D5A-ACB1-1A2E870667A2}" srcOrd="0" destOrd="0" presId="urn:microsoft.com/office/officeart/2008/layout/LinedList"/>
    <dgm:cxn modelId="{6DBDA9F4-4F51-478E-BA90-98E2FD83DA94}" srcId="{1F20D81E-0FE6-463C-80C7-1060F1B1D54D}" destId="{139A757B-998D-42C6-9B3B-0B2B07DEAD64}" srcOrd="2" destOrd="0" parTransId="{73DE9AA8-3366-41AE-9D51-FC8E0485431F}" sibTransId="{A19B6DD3-EC2D-45CB-B674-68E619FB505B}"/>
    <dgm:cxn modelId="{0782F6BF-497C-456B-8A73-C9864461EDC4}" type="presParOf" srcId="{2B11F5F2-DD9C-479F-BD5A-9CB7105F085B}" destId="{52E81EFF-41A7-4BBE-A341-7406F8968D76}" srcOrd="0" destOrd="0" presId="urn:microsoft.com/office/officeart/2008/layout/LinedList"/>
    <dgm:cxn modelId="{D50C04A0-A0A1-4E40-AAAB-C82022F5670B}" type="presParOf" srcId="{2B11F5F2-DD9C-479F-BD5A-9CB7105F085B}" destId="{F6464ABA-82F7-4453-B414-A8CE2DA0885B}" srcOrd="1" destOrd="0" presId="urn:microsoft.com/office/officeart/2008/layout/LinedList"/>
    <dgm:cxn modelId="{2F706188-0E9E-494A-9C2F-0EBBE2D1EA30}" type="presParOf" srcId="{F6464ABA-82F7-4453-B414-A8CE2DA0885B}" destId="{5264E409-5C9B-415A-97CB-AF21FC97652F}" srcOrd="0" destOrd="0" presId="urn:microsoft.com/office/officeart/2008/layout/LinedList"/>
    <dgm:cxn modelId="{FC6BB6D3-C575-4D81-A71B-A6CB72FBBC2C}" type="presParOf" srcId="{F6464ABA-82F7-4453-B414-A8CE2DA0885B}" destId="{F257C04E-298B-4E32-A127-C28D33BCFAA5}" srcOrd="1" destOrd="0" presId="urn:microsoft.com/office/officeart/2008/layout/LinedList"/>
    <dgm:cxn modelId="{DEA96F44-71AF-4857-B040-F566E0818AD5}" type="presParOf" srcId="{2B11F5F2-DD9C-479F-BD5A-9CB7105F085B}" destId="{094DDE50-C26A-4FD6-81B5-C4DD573171E7}" srcOrd="2" destOrd="0" presId="urn:microsoft.com/office/officeart/2008/layout/LinedList"/>
    <dgm:cxn modelId="{0AF70C40-CEE6-49A5-A706-2223F4053C76}" type="presParOf" srcId="{2B11F5F2-DD9C-479F-BD5A-9CB7105F085B}" destId="{7B088DE7-9F34-405C-88BF-FEBE1EEA94F9}" srcOrd="3" destOrd="0" presId="urn:microsoft.com/office/officeart/2008/layout/LinedList"/>
    <dgm:cxn modelId="{4BDE6C77-9732-4588-9F0C-0030D121CDA2}" type="presParOf" srcId="{7B088DE7-9F34-405C-88BF-FEBE1EEA94F9}" destId="{3610DC62-18CF-4BA1-BBBC-62E810D16E2C}" srcOrd="0" destOrd="0" presId="urn:microsoft.com/office/officeart/2008/layout/LinedList"/>
    <dgm:cxn modelId="{C3A08E6D-9573-430D-8DC7-A10E30C7743A}" type="presParOf" srcId="{7B088DE7-9F34-405C-88BF-FEBE1EEA94F9}" destId="{8120ACE5-A0B4-42FC-96B0-753A2AC17891}" srcOrd="1" destOrd="0" presId="urn:microsoft.com/office/officeart/2008/layout/LinedList"/>
    <dgm:cxn modelId="{88AE61DC-2725-4EC7-B299-1171C8093697}" type="presParOf" srcId="{2B11F5F2-DD9C-479F-BD5A-9CB7105F085B}" destId="{74B6EACD-02C4-46B5-85F6-F65BD4A94521}" srcOrd="4" destOrd="0" presId="urn:microsoft.com/office/officeart/2008/layout/LinedList"/>
    <dgm:cxn modelId="{D64BF07A-F078-410F-A027-7F76FCC012A1}" type="presParOf" srcId="{2B11F5F2-DD9C-479F-BD5A-9CB7105F085B}" destId="{CF566199-2381-40F7-A526-55AA25ED9D7E}" srcOrd="5" destOrd="0" presId="urn:microsoft.com/office/officeart/2008/layout/LinedList"/>
    <dgm:cxn modelId="{225059B8-433F-4EC3-86CE-F2E8EB52852B}" type="presParOf" srcId="{CF566199-2381-40F7-A526-55AA25ED9D7E}" destId="{EF4A189C-45D1-4D5A-ACB1-1A2E870667A2}" srcOrd="0" destOrd="0" presId="urn:microsoft.com/office/officeart/2008/layout/LinedList"/>
    <dgm:cxn modelId="{8B3E5403-BFA6-47EA-BD3F-734C72E77CA9}" type="presParOf" srcId="{CF566199-2381-40F7-A526-55AA25ED9D7E}" destId="{BDAFE2EC-A9D8-41F5-89D4-14400DA0DAA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572536-C44F-4158-B693-84F1232D8A62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B93A55-9211-4B97-A328-E265E3FEB853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b="1" kern="1200"/>
            <a:t>Key Features</a:t>
          </a:r>
          <a:endParaRPr lang="en-US" sz="3100" kern="1200"/>
        </a:p>
      </dsp:txBody>
      <dsp:txXfrm>
        <a:off x="0" y="675"/>
        <a:ext cx="6900512" cy="1106957"/>
      </dsp:txXfrm>
    </dsp:sp>
    <dsp:sp modelId="{39ED44CA-8440-416D-9530-BEE410322919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4C6E9D-99E0-44BD-9C18-443E25D208A4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Natural-language IT request understanding and issue classification</a:t>
          </a:r>
          <a:endParaRPr lang="en-US" sz="3100" kern="1200"/>
        </a:p>
      </dsp:txBody>
      <dsp:txXfrm>
        <a:off x="0" y="1107633"/>
        <a:ext cx="6900512" cy="1106957"/>
      </dsp:txXfrm>
    </dsp:sp>
    <dsp:sp modelId="{DDDB22AD-C0EE-45F3-BD21-2CCB83F6D31B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1B41ED-6256-4343-9BE9-CB0C08454EDF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Knowledge-base search and applicable policy checking</a:t>
          </a:r>
          <a:endParaRPr lang="en-US" sz="3100" kern="1200"/>
        </a:p>
      </dsp:txBody>
      <dsp:txXfrm>
        <a:off x="0" y="2214591"/>
        <a:ext cx="6900512" cy="1106957"/>
      </dsp:txXfrm>
    </dsp:sp>
    <dsp:sp modelId="{EE6E0949-2F81-4465-85B4-1421579371C4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DD13D9-4D24-43E1-BB1A-D535620A52ED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Follow-up questions, priority and confidence assessment</a:t>
          </a:r>
          <a:endParaRPr lang="en-US" sz="3100" kern="1200"/>
        </a:p>
      </dsp:txBody>
      <dsp:txXfrm>
        <a:off x="0" y="3321549"/>
        <a:ext cx="6900512" cy="1106957"/>
      </dsp:txXfrm>
    </dsp:sp>
    <dsp:sp modelId="{7A8F3A3E-29D7-47EE-A38A-AA17E3A6ACFB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71FE9D-B951-4FE0-AF59-E4BFDA6DF662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Resolution, escalation, ticket creation and audit tracking</a:t>
          </a:r>
          <a:endParaRPr lang="en-US" sz="3100" kern="1200"/>
        </a:p>
      </dsp:txBody>
      <dsp:txXfrm>
        <a:off x="0" y="4428507"/>
        <a:ext cx="6900512" cy="1106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98DC6D-4AF8-4F8A-8071-18FA9C1FA339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EF9455-F1A4-4274-ADE5-0FFD052DD043}">
      <dsp:nvSpPr>
        <dsp:cNvPr id="0" name=""/>
        <dsp:cNvSpPr/>
      </dsp:nvSpPr>
      <dsp:spPr>
        <a:xfrm>
          <a:off x="0" y="0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User Interface</a:t>
          </a:r>
          <a:endParaRPr lang="en-US" sz="1600" kern="1200"/>
        </a:p>
      </dsp:txBody>
      <dsp:txXfrm>
        <a:off x="0" y="0"/>
        <a:ext cx="6900512" cy="692017"/>
      </dsp:txXfrm>
    </dsp:sp>
    <dsp:sp modelId="{2CF07606-2756-4CFC-A2C0-9A33F38F6002}">
      <dsp:nvSpPr>
        <dsp:cNvPr id="0" name=""/>
        <dsp:cNvSpPr/>
      </dsp:nvSpPr>
      <dsp:spPr>
        <a:xfrm>
          <a:off x="0" y="692017"/>
          <a:ext cx="6900512" cy="0"/>
        </a:xfrm>
        <a:prstGeom prst="line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33A12E-C794-4D25-9003-6613630A730F}">
      <dsp:nvSpPr>
        <dsp:cNvPr id="0" name=""/>
        <dsp:cNvSpPr/>
      </dsp:nvSpPr>
      <dsp:spPr>
        <a:xfrm>
          <a:off x="0" y="692017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HTML, CSS and JavaScript provide the interface for employees to submit IT requests and view results.</a:t>
          </a:r>
          <a:endParaRPr lang="en-US" sz="1600" kern="1200"/>
        </a:p>
      </dsp:txBody>
      <dsp:txXfrm>
        <a:off x="0" y="692017"/>
        <a:ext cx="6900512" cy="692017"/>
      </dsp:txXfrm>
    </dsp:sp>
    <dsp:sp modelId="{B500B1D5-FAAF-4929-A0EA-EEF525FBC871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DA498D-BA8B-4FE0-9ED5-4E1E663AC270}">
      <dsp:nvSpPr>
        <dsp:cNvPr id="0" name=""/>
        <dsp:cNvSpPr/>
      </dsp:nvSpPr>
      <dsp:spPr>
        <a:xfrm>
          <a:off x="0" y="1384035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Backend</a:t>
          </a:r>
          <a:endParaRPr lang="en-US" sz="1600" kern="1200"/>
        </a:p>
      </dsp:txBody>
      <dsp:txXfrm>
        <a:off x="0" y="1384035"/>
        <a:ext cx="6900512" cy="692017"/>
      </dsp:txXfrm>
    </dsp:sp>
    <dsp:sp modelId="{FB2D6ADB-C0CA-4640-BDF4-98E773A04681}">
      <dsp:nvSpPr>
        <dsp:cNvPr id="0" name=""/>
        <dsp:cNvSpPr/>
      </dsp:nvSpPr>
      <dsp:spPr>
        <a:xfrm>
          <a:off x="0" y="2076052"/>
          <a:ext cx="6900512" cy="0"/>
        </a:xfrm>
        <a:prstGeom prst="line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130741-AC18-44F3-9370-C6361A0ECD74}">
      <dsp:nvSpPr>
        <dsp:cNvPr id="0" name=""/>
        <dsp:cNvSpPr/>
      </dsp:nvSpPr>
      <dsp:spPr>
        <a:xfrm>
          <a:off x="0" y="2076052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Python Flask receives requests and coordinates the application's processing and services.</a:t>
          </a:r>
          <a:endParaRPr lang="en-US" sz="1600" kern="1200"/>
        </a:p>
      </dsp:txBody>
      <dsp:txXfrm>
        <a:off x="0" y="2076052"/>
        <a:ext cx="6900512" cy="692017"/>
      </dsp:txXfrm>
    </dsp:sp>
    <dsp:sp modelId="{9ED49CCD-E823-4A24-BC5B-E0945115745F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1731F0-2A95-4C6C-BA9D-653770825FB4}">
      <dsp:nvSpPr>
        <dsp:cNvPr id="0" name=""/>
        <dsp:cNvSpPr/>
      </dsp:nvSpPr>
      <dsp:spPr>
        <a:xfrm>
          <a:off x="0" y="2768070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AI &amp; Decision Layer</a:t>
          </a:r>
          <a:endParaRPr lang="en-US" sz="1600" kern="1200"/>
        </a:p>
      </dsp:txBody>
      <dsp:txXfrm>
        <a:off x="0" y="2768070"/>
        <a:ext cx="6900512" cy="692017"/>
      </dsp:txXfrm>
    </dsp:sp>
    <dsp:sp modelId="{AB537B08-B93E-49CA-9B6A-08C91183D9A9}">
      <dsp:nvSpPr>
        <dsp:cNvPr id="0" name=""/>
        <dsp:cNvSpPr/>
      </dsp:nvSpPr>
      <dsp:spPr>
        <a:xfrm>
          <a:off x="0" y="3460088"/>
          <a:ext cx="6900512" cy="0"/>
        </a:xfrm>
        <a:prstGeom prst="line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3D376-B3D6-4197-8F78-6AA3B0371666}">
      <dsp:nvSpPr>
        <dsp:cNvPr id="0" name=""/>
        <dsp:cNvSpPr/>
      </dsp:nvSpPr>
      <dsp:spPr>
        <a:xfrm>
          <a:off x="0" y="3460088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Classifier, TF-IDF, cosine similarity, knowledge search and policy engine analyze requests and determine the appropriate action.</a:t>
          </a:r>
          <a:endParaRPr lang="en-US" sz="1600" kern="1200"/>
        </a:p>
      </dsp:txBody>
      <dsp:txXfrm>
        <a:off x="0" y="3460088"/>
        <a:ext cx="6900512" cy="692017"/>
      </dsp:txXfrm>
    </dsp:sp>
    <dsp:sp modelId="{DBC0B1AB-8CDD-453D-8128-3645F707404F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3E3123-D0E3-4D1C-B447-2E058F2B07FC}">
      <dsp:nvSpPr>
        <dsp:cNvPr id="0" name=""/>
        <dsp:cNvSpPr/>
      </dsp:nvSpPr>
      <dsp:spPr>
        <a:xfrm>
          <a:off x="0" y="4152105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Data &amp; Output Layer</a:t>
          </a:r>
          <a:endParaRPr lang="en-US" sz="1600" kern="1200"/>
        </a:p>
      </dsp:txBody>
      <dsp:txXfrm>
        <a:off x="0" y="4152105"/>
        <a:ext cx="6900512" cy="692017"/>
      </dsp:txXfrm>
    </dsp:sp>
    <dsp:sp modelId="{F9A69286-09E7-47C2-8861-C73617BB65B3}">
      <dsp:nvSpPr>
        <dsp:cNvPr id="0" name=""/>
        <dsp:cNvSpPr/>
      </dsp:nvSpPr>
      <dsp:spPr>
        <a:xfrm>
          <a:off x="0" y="4844123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2CAFCF-5082-4106-BC2B-944745F9727E}">
      <dsp:nvSpPr>
        <dsp:cNvPr id="0" name=""/>
        <dsp:cNvSpPr/>
      </dsp:nvSpPr>
      <dsp:spPr>
        <a:xfrm>
          <a:off x="0" y="4844123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JSON files store knowledge, policies, requests, tickets and audit logs. The system provides resolution, clarification, escalation or approval decisions.</a:t>
          </a:r>
          <a:endParaRPr lang="en-US" sz="1600" kern="1200"/>
        </a:p>
      </dsp:txBody>
      <dsp:txXfrm>
        <a:off x="0" y="4844123"/>
        <a:ext cx="6900512" cy="6920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91AEA2-895B-41A6-B7C2-082AD3068336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58F30-3EDB-4E1B-8D7A-79055A938A22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The employee submits an IT request through the web interface.</a:t>
          </a:r>
          <a:endParaRPr lang="en-US" sz="2700" kern="1200"/>
        </a:p>
      </dsp:txBody>
      <dsp:txXfrm>
        <a:off x="0" y="0"/>
        <a:ext cx="6900512" cy="1384035"/>
      </dsp:txXfrm>
    </dsp:sp>
    <dsp:sp modelId="{10D6588B-EF41-441A-85DD-AB555816D91E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69DDC-462D-4399-B01C-5FB40F4ACB72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The system analyzes the request, identifies the category, searches knowledge and checks policies.</a:t>
          </a:r>
          <a:endParaRPr lang="en-US" sz="2700" kern="1200"/>
        </a:p>
      </dsp:txBody>
      <dsp:txXfrm>
        <a:off x="0" y="1384035"/>
        <a:ext cx="6900512" cy="1384035"/>
      </dsp:txXfrm>
    </dsp:sp>
    <dsp:sp modelId="{24E9FF1E-7778-474A-BF0B-A43CF31999A5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F313DA-22E7-44F0-8120-67DD013E7352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The decision engine determines whether to resolve, ask for clarification, escalate, or require approval.</a:t>
          </a:r>
          <a:endParaRPr lang="en-US" sz="2700" kern="1200"/>
        </a:p>
      </dsp:txBody>
      <dsp:txXfrm>
        <a:off x="0" y="2768070"/>
        <a:ext cx="6900512" cy="1384035"/>
      </dsp:txXfrm>
    </dsp:sp>
    <dsp:sp modelId="{9361C340-16A3-4B4D-A37E-FDD263F4223A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4252D-FE9E-4932-8C77-09E63EA556DF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Relevant tickets and audit records are created for traceability.</a:t>
          </a:r>
          <a:endParaRPr lang="en-US" sz="2700" kern="1200"/>
        </a:p>
      </dsp:txBody>
      <dsp:txXfrm>
        <a:off x="0" y="4152105"/>
        <a:ext cx="6900512" cy="13840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F6F621-5602-4936-BD4B-59EB22D382B8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7E1B9D-AE1E-4F85-87BD-0EE0ED2160C7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Inputs:</a:t>
          </a:r>
          <a:r>
            <a:rPr lang="en-IN" sz="2700" kern="1200"/>
            <a:t> Employee request, issue details, follow-up responses and available request context.</a:t>
          </a:r>
          <a:endParaRPr lang="en-US" sz="2700" kern="1200"/>
        </a:p>
      </dsp:txBody>
      <dsp:txXfrm>
        <a:off x="0" y="0"/>
        <a:ext cx="6900512" cy="1384035"/>
      </dsp:txXfrm>
    </dsp:sp>
    <dsp:sp modelId="{C736A554-A8E7-4DFE-AED9-0D8FFEF9A13F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3FFAF6-4779-4C0E-AE7B-120BF06D94B9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Sources:</a:t>
          </a:r>
          <a:r>
            <a:rPr lang="en-IN" sz="2700" kern="1200"/>
            <a:t> Knowledge base, IT policies, previous requests, tickets and audit records.</a:t>
          </a:r>
          <a:endParaRPr lang="en-US" sz="2700" kern="1200"/>
        </a:p>
      </dsp:txBody>
      <dsp:txXfrm>
        <a:off x="0" y="1384035"/>
        <a:ext cx="6900512" cy="1384035"/>
      </dsp:txXfrm>
    </dsp:sp>
    <dsp:sp modelId="{C21F7098-4275-4CF6-AF3D-1A31D8F6302A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A3FD1C-D4DF-43D7-9F5F-CE4ACC0793C1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Assumptions:</a:t>
          </a:r>
          <a:r>
            <a:rPr lang="en-IN" sz="2700" kern="1200"/>
            <a:t> Internal information is predefined and maintained by the organization.</a:t>
          </a:r>
          <a:endParaRPr lang="en-US" sz="2700" kern="1200"/>
        </a:p>
      </dsp:txBody>
      <dsp:txXfrm>
        <a:off x="0" y="2768070"/>
        <a:ext cx="6900512" cy="1384035"/>
      </dsp:txXfrm>
    </dsp:sp>
    <dsp:sp modelId="{933AA2E3-F89D-494C-96A0-A90D8845C66C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7508FE-7F3E-470B-AF88-FC3FD2992D62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The prototype uses JSON storage and is intended for academic demonstration.</a:t>
          </a:r>
          <a:endParaRPr lang="en-US" sz="2700" kern="1200"/>
        </a:p>
      </dsp:txBody>
      <dsp:txXfrm>
        <a:off x="0" y="4152105"/>
        <a:ext cx="6900512" cy="13840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A08AFC-51BD-4BDE-9667-49A731AB95F1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C1E8E5-8367-4B9F-932B-87CE48FA3A76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TF-IDF:</a:t>
          </a:r>
          <a:r>
            <a:rPr lang="en-IN" sz="2700" kern="1200"/>
            <a:t> Converts text into numerical representations for comparison.</a:t>
          </a:r>
          <a:endParaRPr lang="en-US" sz="2700" kern="1200"/>
        </a:p>
      </dsp:txBody>
      <dsp:txXfrm>
        <a:off x="0" y="0"/>
        <a:ext cx="6900512" cy="1384035"/>
      </dsp:txXfrm>
    </dsp:sp>
    <dsp:sp modelId="{59B51515-5EE9-42EC-95C0-084616A8A277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06721B-FADB-4061-BDAF-D4A638AE468B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Cosine Similarity:</a:t>
          </a:r>
          <a:r>
            <a:rPr lang="en-IN" sz="2700" kern="1200"/>
            <a:t> Finds relevant knowledge-base information for an employee request.</a:t>
          </a:r>
          <a:endParaRPr lang="en-US" sz="2700" kern="1200"/>
        </a:p>
      </dsp:txBody>
      <dsp:txXfrm>
        <a:off x="0" y="1384035"/>
        <a:ext cx="6900512" cy="1384035"/>
      </dsp:txXfrm>
    </dsp:sp>
    <dsp:sp modelId="{9A68337E-BFB9-4CD6-995A-93CF09DF1B95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80F90-F2B2-4105-A28F-CDABD1CFDF9E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Classification &amp; Confidence:</a:t>
          </a:r>
          <a:r>
            <a:rPr lang="en-IN" sz="2700" kern="1200"/>
            <a:t> Identifies issue categories and estimates processing confidence.</a:t>
          </a:r>
          <a:endParaRPr lang="en-US" sz="2700" kern="1200"/>
        </a:p>
      </dsp:txBody>
      <dsp:txXfrm>
        <a:off x="0" y="2768070"/>
        <a:ext cx="6900512" cy="1384035"/>
      </dsp:txXfrm>
    </dsp:sp>
    <dsp:sp modelId="{0B8FEFEC-2C4C-47AC-8A6A-9AF0205160C5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47674D-8A5A-4A62-B809-9124F6DE28D6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Decision Engine:</a:t>
          </a:r>
          <a:r>
            <a:rPr lang="en-IN" sz="2700" kern="1200"/>
            <a:t> Determines whether to resolve, clarify, escalate or require approval.</a:t>
          </a:r>
          <a:endParaRPr lang="en-US" sz="2700" kern="1200"/>
        </a:p>
      </dsp:txBody>
      <dsp:txXfrm>
        <a:off x="0" y="4152105"/>
        <a:ext cx="6900512" cy="13840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A7E38F-AE1F-4998-8893-C84123051FE1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BE900D-E155-41D1-8238-3F242CDAA35D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/>
            <a:t>Scikit-learn:</a:t>
          </a:r>
          <a:r>
            <a:rPr lang="en-IN" sz="3300" kern="1200"/>
            <a:t> Used for text processing, TF-IDF and similarity-based retrieval.</a:t>
          </a:r>
          <a:endParaRPr lang="en-US" sz="3300" kern="1200"/>
        </a:p>
      </dsp:txBody>
      <dsp:txXfrm>
        <a:off x="0" y="2703"/>
        <a:ext cx="6900512" cy="1843578"/>
      </dsp:txXfrm>
    </dsp:sp>
    <dsp:sp modelId="{977FAA97-BF3B-4300-A3FC-7E7FD286BDE1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7E2EE8-533D-4ED2-84DA-62968C380CB4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/>
            <a:t>ChatGPT:</a:t>
          </a:r>
          <a:r>
            <a:rPr lang="en-IN" sz="3300" kern="1200"/>
            <a:t> Used during development for architecture planning, coding, debugging and documentation.</a:t>
          </a:r>
          <a:endParaRPr lang="en-US" sz="3300" kern="1200"/>
        </a:p>
      </dsp:txBody>
      <dsp:txXfrm>
        <a:off x="0" y="1846281"/>
        <a:ext cx="6900512" cy="1843578"/>
      </dsp:txXfrm>
    </dsp:sp>
    <dsp:sp modelId="{B4511910-B6EF-4B9C-A6F1-E3DD061B615D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316161-F728-4789-B824-250F56DC49D7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/>
            <a:t>VS Code + GitHub:</a:t>
          </a:r>
          <a:r>
            <a:rPr lang="en-IN" sz="3300" kern="1200"/>
            <a:t> Used for development, version control and project management.</a:t>
          </a:r>
          <a:endParaRPr lang="en-US" sz="3300" kern="1200"/>
        </a:p>
      </dsp:txBody>
      <dsp:txXfrm>
        <a:off x="0" y="3689859"/>
        <a:ext cx="6900512" cy="18435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E80C5E-9355-4877-8F87-8E478A70ABEC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9A9DA-5769-4CEB-A2A3-C7D7E95D8D98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The interface allows employees to submit issues, answer follow-up questions and view support results.</a:t>
          </a:r>
          <a:endParaRPr lang="en-US" sz="2700" kern="1200"/>
        </a:p>
      </dsp:txBody>
      <dsp:txXfrm>
        <a:off x="0" y="0"/>
        <a:ext cx="6900512" cy="1384035"/>
      </dsp:txXfrm>
    </dsp:sp>
    <dsp:sp modelId="{147E27E7-1418-4376-BD96-8C246416C62A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E4646-9C69-411E-9173-D74E4D8FF905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Results include category, confidence, decision, assigned team, status, reason and recommended action.</a:t>
          </a:r>
          <a:endParaRPr lang="en-US" sz="2700" kern="1200"/>
        </a:p>
      </dsp:txBody>
      <dsp:txXfrm>
        <a:off x="0" y="1384035"/>
        <a:ext cx="6900512" cy="1384035"/>
      </dsp:txXfrm>
    </dsp:sp>
    <dsp:sp modelId="{5B2B999D-316D-4181-B8FD-906156B42D43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1F4102-F210-4B6C-80DB-C816172A35D4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The system can generate structured tickets containing request, priority, team and status information.</a:t>
          </a:r>
          <a:endParaRPr lang="en-US" sz="2700" kern="1200"/>
        </a:p>
      </dsp:txBody>
      <dsp:txXfrm>
        <a:off x="0" y="2768070"/>
        <a:ext cx="6900512" cy="1384035"/>
      </dsp:txXfrm>
    </dsp:sp>
    <dsp:sp modelId="{159F977B-4920-4EA9-98E8-F68E035B704D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590BA4-4CBC-4175-B047-2EDBB8AB400D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An audit trail records important processing and decision activities.</a:t>
          </a:r>
          <a:endParaRPr lang="en-US" sz="2700" kern="1200"/>
        </a:p>
      </dsp:txBody>
      <dsp:txXfrm>
        <a:off x="0" y="4152105"/>
        <a:ext cx="6900512" cy="138403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E81EFF-41A7-4BBE-A341-7406F8968D76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4E409-5C9B-415A-97CB-AF21FC97652F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The prototype demonstrates an end-to-end workflow for handling common internal IT support requests.</a:t>
          </a:r>
          <a:endParaRPr lang="en-US" sz="2900" kern="1200"/>
        </a:p>
      </dsp:txBody>
      <dsp:txXfrm>
        <a:off x="0" y="2703"/>
        <a:ext cx="6900512" cy="1843578"/>
      </dsp:txXfrm>
    </dsp:sp>
    <dsp:sp modelId="{094DDE50-C26A-4FD6-81B5-C4DD573171E7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0DC62-18CF-4BA1-BBBC-62E810D16E2C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It combines intelligent retrieval, classification, policy checking and structured decision-making.</a:t>
          </a:r>
          <a:endParaRPr lang="en-US" sz="2900" kern="1200"/>
        </a:p>
      </dsp:txBody>
      <dsp:txXfrm>
        <a:off x="0" y="1846281"/>
        <a:ext cx="6900512" cy="1843578"/>
      </dsp:txXfrm>
    </dsp:sp>
    <dsp:sp modelId="{74B6EACD-02C4-46B5-85F6-F65BD4A94521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A189C-45D1-4D5A-ACB1-1A2E870667A2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Future scope includes databases, authentication, enterprise integrations, advanced RAG, LLM integration and analytics.</a:t>
          </a:r>
          <a:endParaRPr lang="en-US" sz="2900" kern="1200"/>
        </a:p>
      </dsp:txBody>
      <dsp:txXfrm>
        <a:off x="0" y="3689859"/>
        <a:ext cx="6900512" cy="184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9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4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5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6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12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54569-A964-8046-4F4B-51789FB92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4E40F4-2D20-1A9E-D9CF-7EBB5898D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5B39E-5E5F-971C-C074-154DF1E47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79CC0-7A00-4037-A95A-D387BD9148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6E954-4726-5F18-8487-ABEAE5904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AA051-A494-E551-DA5E-D9AC152AA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E5D7-0D06-4A7C-B16A-0F3959B6B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731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BFA44-EDE5-A9BB-F2D1-4077A3FA4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1E71C-5924-9E11-64AE-B92A8F8D2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28D86-3384-8A85-964B-288826584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79CC0-7A00-4037-A95A-D387BD9148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85050-1AEB-B908-BDA6-5370D745C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062EA-A069-09FF-8252-ADED45855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E5D7-0D06-4A7C-B16A-0F3959B6B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44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A18EF-70C3-5AD5-4F61-60F4DADA2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AD3A3-DD30-0A68-824E-EA6F42013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D9AE2-7701-5DC7-F30E-0B8009F2A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79CC0-7A00-4037-A95A-D387BD9148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866C9-0F8F-5DFD-6716-5D938527F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FBC5A-1A23-E391-CC68-CC2715130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E5D7-0D06-4A7C-B16A-0F3959B6B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582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57193-FC80-A015-C32A-3680274C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3670F-6E28-7DEF-B5E0-D3F19BBE6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6DA81-0A78-BA15-E57B-B2D3ECBDC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2986D-8421-9D18-D09B-AAD8FBA75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79CC0-7A00-4037-A95A-D387BD9148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2E798-EC8A-8C3D-AF29-116786E3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B56B5-8DFB-8226-E05B-02B42F72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E5D7-0D06-4A7C-B16A-0F3959B6B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191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EF056-D468-757F-C89C-C3D692713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1D68D-8979-9F44-25A2-EDC3CFD97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EE70E-3C85-B1E3-1F44-A01AA5688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176998-941A-6703-693B-F065FA30F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90B05-2345-E006-7A54-25E25AC710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3970AD-08A0-DC7C-FD16-7F7D2FDD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79CC0-7A00-4037-A95A-D387BD9148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59C060-9B2C-E245-0C16-4FA768752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C91AD0-CE02-5F4E-2579-49E83C72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E5D7-0D06-4A7C-B16A-0F3959B6B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60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52D1C-F2FB-ABEA-4253-62D217F02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E47F6E-1278-393C-D982-E1E2E15E8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79CC0-7A00-4037-A95A-D387BD9148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3F73D-7C0B-B502-374A-BD0AC8DE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AB8E4D-A483-87FC-8C16-EE89B211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E5D7-0D06-4A7C-B16A-0F3959B6B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487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C6DC47-29A3-0969-3AB5-8288709D1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79CC0-7A00-4037-A95A-D387BD9148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E13473-9263-C259-EDE4-EF6D0C66E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43E91-7F2E-A712-4D08-CEA39E27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E5D7-0D06-4A7C-B16A-0F3959B6B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700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D5523-881C-0BEA-C0C8-A6E568D5A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9C544-FEAA-413D-6CDF-9692E8C2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27291C-D6C3-D86C-ACD4-12E04C3C2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464EB-F60C-48E9-C53C-776F2472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79CC0-7A00-4037-A95A-D387BD9148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AAD38-44E1-A609-4247-0AA8A4007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C18F8-F65D-77B4-38FC-5697BCB5E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E5D7-0D06-4A7C-B16A-0F3959B6B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12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05021-5009-EFC0-8E4D-C0D6D3F2E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4CF08C-3B6F-067B-8A43-5F0186CAF8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349ADB-7040-66D9-2D06-01D0D0842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C788E-B67F-30CE-2728-7BE4CE26C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79CC0-7A00-4037-A95A-D387BD9148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9A7B5-AEC9-F576-EC85-B9077F510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C6B2D-F4EE-98C7-85B9-DE8354363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E5D7-0D06-4A7C-B16A-0F3959B6B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634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52D44-7D32-627A-1FD2-D96BB6AD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50A17-3EE6-6824-CEAE-01C3732CC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A638A-8F44-79AE-0D83-B59865DCF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79CC0-7A00-4037-A95A-D387BD9148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FBCC7-C162-3B0B-EEE7-751D33EBB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2D9EF-F149-37BC-3CA2-6849E3CA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E5D7-0D06-4A7C-B16A-0F3959B6B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623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04722-3415-EECE-0626-C4350AC55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9B8ED-B0B0-D192-8F4E-47B0BB17A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D3736-152F-16B4-5012-658E3D4C1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79CC0-7A00-4037-A95A-D387BD9148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D9FF0-A4BA-0D33-F577-36E074434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0998F-B507-E0A0-B012-B99271ED7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E5D7-0D06-4A7C-B16A-0F3959B6B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37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EB9A4F-D499-C6A2-D1AE-D417BAE7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916BB-EED7-382C-F795-0EB19F248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E2403-E87E-AC7C-8ECF-EC68D028CA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79CC0-7A00-4037-A95A-D387BD9148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CCE21-CB9E-AFAB-5DBD-48672F326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6C4-3587-7502-5939-BE64922D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8E5D7-0D06-4A7C-B16A-0F3959B6B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840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B46AF-0401-CE82-7DB0-8E607ECC27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Internal Service Agent – IT Support Automation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B8E2BD-4EF6-CC43-5BD9-A5E4986E4B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Mayank Dalal</a:t>
            </a:r>
            <a:br>
              <a:rPr lang="en-IN" dirty="0"/>
            </a:br>
            <a:r>
              <a:rPr lang="en-IN" dirty="0" err="1"/>
              <a:t>B.Tech</a:t>
            </a:r>
            <a:r>
              <a:rPr lang="en-IN" dirty="0"/>
              <a:t> – Artificial Intelligence &amp; Machine Learning</a:t>
            </a:r>
            <a:br>
              <a:rPr lang="en-IN" dirty="0"/>
            </a:br>
            <a:r>
              <a:rPr lang="en-IN" dirty="0"/>
              <a:t>The </a:t>
            </a:r>
            <a:r>
              <a:rPr lang="en-IN" dirty="0" err="1"/>
              <a:t>NorthCap</a:t>
            </a:r>
            <a:r>
              <a:rPr lang="en-IN" dirty="0"/>
              <a:t> University, Gurugram</a:t>
            </a:r>
          </a:p>
        </p:txBody>
      </p:sp>
    </p:spTree>
    <p:extLst>
      <p:ext uri="{BB962C8B-B14F-4D97-AF65-F5344CB8AC3E}">
        <p14:creationId xmlns:p14="http://schemas.microsoft.com/office/powerpoint/2010/main" val="246478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799815-94F6-B550-DC00-CFC0657BE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IN" sz="3700"/>
              <a:t>PROBLEM STATEMENT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05696-01B8-C8B1-6C06-56680C9DD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IN" sz="1900"/>
              <a:t>Employees frequently face password, VPN, laptop, printer, software and security issues.</a:t>
            </a:r>
          </a:p>
          <a:p>
            <a:r>
              <a:rPr lang="en-IN" sz="1900"/>
              <a:t>The agent understands employee requests and identifies the relevant IT problem.</a:t>
            </a:r>
          </a:p>
          <a:p>
            <a:r>
              <a:rPr lang="en-IN" sz="1900"/>
              <a:t>It retrieves knowledge and policies, asks follow-up questions, and recommends appropriate actions.</a:t>
            </a:r>
          </a:p>
          <a:p>
            <a:r>
              <a:rPr lang="en-IN" sz="1900"/>
              <a:t>It can resolve simple requests, escalate risky cases, and create structured tickets.</a:t>
            </a:r>
          </a:p>
          <a:p>
            <a:endParaRPr lang="en-IN" sz="1900"/>
          </a:p>
        </p:txBody>
      </p:sp>
      <p:pic>
        <p:nvPicPr>
          <p:cNvPr id="5" name="Picture 4" descr="Question mark boxes">
            <a:extLst>
              <a:ext uri="{FF2B5EF4-FFF2-40B4-BE49-F238E27FC236}">
                <a16:creationId xmlns:a16="http://schemas.microsoft.com/office/drawing/2014/main" id="{29A980AC-1F63-5099-15EE-EC6731960D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13" r="2203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032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637B7-5FD8-31E2-56C5-BBFDC9F0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 dirty="0"/>
              <a:t>KEY FEATURES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F89F99-917D-DF4C-76C9-79F6D88E5A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441251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5667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CC6DDF-B4F5-6C1F-8908-B0E54ED0E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3800"/>
              <a:t>COMPLETE SYSTEM ARCHITECTURE</a:t>
            </a:r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6091730C-82BE-3929-9C36-B212461299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315821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922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CCBF89-142C-FEB3-6651-4166AA80B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 dirty="0"/>
              <a:t>PROCESS FLOW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3D39E2-BFB5-B016-A859-3F71853DD1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18239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1118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89B14-1759-75F9-8211-850D0831A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3800"/>
              <a:t>INPUTS, SOURCES &amp; ASSUMPTIONS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7D1FAE-6FF3-4659-BD1B-5C1ADD0737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454577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2305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56B6BC-F3A1-D8A7-D187-6FE5D9755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3800" dirty="0"/>
              <a:t>AI / INTELLIGENT COMPONENTS</a:t>
            </a:r>
            <a:br>
              <a:rPr lang="en-IN" sz="3800" b="1" dirty="0"/>
            </a:br>
            <a:endParaRPr lang="en-IN" sz="38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E17918-9762-FF7A-5BB6-C47AA3F438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810232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7256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33EB8F-7612-AC3F-0A2D-9BE7850D6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 dirty="0"/>
              <a:t>AI TOOLS USED</a:t>
            </a:r>
            <a:br>
              <a:rPr lang="en-IN" sz="5400" b="1" dirty="0"/>
            </a:br>
            <a:endParaRPr lang="en-IN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B3529E-3772-DB08-9F1E-7BADB34BF1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508804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6279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0725AA-2789-095C-DBBE-5546D7A7B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000"/>
              <a:t>USER INTERFACE &amp; OUTPUTS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389421-124D-6567-4B75-F6B724DBAF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42200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9052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D63A20-FD08-DAEF-45F0-252586D5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4200" dirty="0"/>
              <a:t>CONCLUSION &amp; FUTURE SCOPE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E583B4-45ED-FEFE-5968-F6FF61E67F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79877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6514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541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Internal Service Agent – IT Support Automation </vt:lpstr>
      <vt:lpstr>PROBLEM STATEMENT &amp; OBJECTIVE</vt:lpstr>
      <vt:lpstr>KEY FEATURES</vt:lpstr>
      <vt:lpstr>COMPLETE SYSTEM ARCHITECTURE</vt:lpstr>
      <vt:lpstr>PROCESS FLOW</vt:lpstr>
      <vt:lpstr>INPUTS, SOURCES &amp; ASSUMPTIONS</vt:lpstr>
      <vt:lpstr>AI / INTELLIGENT COMPONENTS </vt:lpstr>
      <vt:lpstr>AI TOOLS USED </vt:lpstr>
      <vt:lpstr>USER INTERFACE &amp; OUTPUTS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Mayank Dalal</dc:creator>
  <cp:lastModifiedBy>Mayank Dalal</cp:lastModifiedBy>
  <cp:revision>1</cp:revision>
  <dcterms:created xsi:type="dcterms:W3CDTF">2026-09-17T14:57:23Z</dcterms:created>
  <dcterms:modified xsi:type="dcterms:W3CDTF">2026-09-17T15:10:43Z</dcterms:modified>
</cp:coreProperties>
</file>